
<file path=[Content_Types].xml><?xml version="1.0" encoding="utf-8"?>
<Types xmlns="http://schemas.openxmlformats.org/package/2006/content-types">
  <Default Extension="xml" ContentType="application/xml"/>
  <Default Extension="svg" ContentType="image/svg+xml"/>
  <Default Extension="wmf" ContentType="image/x-wmf"/>
  <Default Extension="bin" ContentType="application/vnd.openxmlformats-officedocument.oleObject"/>
  <Default Extension="rels" ContentType="application/vnd.openxmlformats-package.relationships+xml"/>
  <Default Extension="jpeg" ContentType="image/jpeg"/>
  <Default Extension="png" ContentType="image/png"/>
  <Override PartName="/ppt/notesSlides/notesSlide1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3.xml" ContentType="application/vnd.openxmlformats-officedocument.presentationml.notesSlide+xml"/>
  <Override PartName="/docProps/core.xml" ContentType="application/vnd.openxmlformats-package.core-properties+xml"/>
  <Override PartName="/ppt/slides/slide1.xml" ContentType="application/vnd.openxmlformats-officedocument.presentationml.slide+xml"/>
  <Override PartName="/ppt/slideMasters/slideMaster1.xml" ContentType="application/vnd.openxmlformats-officedocument.presentationml.slideMaster+xml"/>
  <Override PartName="/ppt/slides/slide2.xml" ContentType="application/vnd.openxmlformats-officedocument.presentationml.slide+xml"/>
  <Override PartName="/ppt/notesMasters/notesMaster1.xml" ContentType="application/vnd.openxmlformats-officedocument.presentationml.notesMaster+xml"/>
  <Override PartName="/ppt/slides/slide10.xml" ContentType="application/vnd.openxmlformats-officedocument.presentationml.slide+xml"/>
  <Override PartName="/ppt/slides/slide3.xml" ContentType="application/vnd.openxmlformats-officedocument.presentationml.slide+xml"/>
  <Override PartName="/ppt/theme/theme1.xml" ContentType="application/vnd.openxmlformats-officedocument.theme+xml"/>
  <Override PartName="/ppt/slides/slide6.xml" ContentType="application/vnd.openxmlformats-officedocument.presentationml.slide+xml"/>
  <Override PartName="/ppt/slides/slide11.xml" ContentType="application/vnd.openxmlformats-officedocument.presentationml.slide+xml"/>
  <Override PartName="/ppt/slideLayouts/slideLayout1.xml" ContentType="application/vnd.openxmlformats-officedocument.presentationml.slideLayout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docProps/app.xml" ContentType="application/vnd.openxmlformats-officedocument.extended-properties+xml"/>
  <Override PartName="/ppt/tableStyles.xml" ContentType="application/vnd.openxmlformats-officedocument.presentationml.tableStyles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8.xml" ContentType="application/vnd.openxmlformats-officedocument.presentationml.notesSlide+xml"/>
  <Override PartName="/ppt/presentation.xml" ContentType="application/vnd.openxmlformats-officedocument.presentationml.presentation.main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notesSlides/notesSlide1.xml" ContentType="application/vnd.openxmlformats-officedocument.presentationml.notesSlide+xml"/>
</Types>
</file>

<file path=_rels/.rels><?xml version="1.0" encoding="UTF-8" standalone="yes"?><Relationships xmlns="http://schemas.openxmlformats.org/package/2006/relationships"><Relationship Id="rId3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2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autoCompressPictures="0" saveSubsetFonts="1">
  <p:sldMasterIdLst>
    <p:sldMasterId id="2147483648" r:id="rId1"/>
  </p:sldMasterIdLst>
  <p:notesMasterIdLst>
    <p:notesMasterId r:id="rId14"/>
  </p:notesMasterIdLst>
  <p:sldIdLst>
    <p:sldId id="256" r:id="rId3"/>
    <p:sldId id="257" r:id="rId4"/>
    <p:sldId id="258" r:id="rId5"/>
    <p:sldId id="259" r:id="rId6"/>
    <p:sldId id="260" r:id="rId7"/>
    <p:sldId id="261" r:id="rId8"/>
    <p:sldId id="262" r:id="rId9"/>
    <p:sldId id="263" r:id="rId10"/>
    <p:sldId id="264" r:id="rId11"/>
    <p:sldId id="265" r:id="rId12"/>
    <p:sldId id="266" r:id="rId13"/>
  </p:sldIdLst>
  <p:sldSz cx="9144000" cy="5143500"/>
  <p:notesSz cx="5143500" cy="9144000"/>
  <p:defaultTextStyle>
    <a:lvl1pPr marL="0" algn="l" defTabSz="914400" rtl="0">
      <a:defRPr sz="18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>
      <a:defRPr sz="18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>
      <a:defRPr sz="18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>
      <a:defRPr sz="18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>
      <a:defRPr sz="18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>
      <a:defRPr sz="18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>
      <a:defRPr sz="18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>
      <a:defRPr sz="18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>
      <a:defRPr sz="18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>
        <p:guide pos="2880"/>
        <p:guide pos="1620" orient="horz"/>
      </p:guideLst>
    </p:cSldViewPr>
  </p:slideViewPr>
  <p:gridSpacing cx="76200" cy="76200"/>
</p:viewPr>
</file>

<file path=ppt/_rels/presentation.xml.rels><?xml version="1.0" encoding="UTF-8" standalone="yes"?>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theme" Target="theme/theme1.xml"/><Relationship Id="rId3" Type="http://schemas.openxmlformats.org/officeDocument/2006/relationships/slide" Target="slides/slide1.xml"/><Relationship Id="rId4" Type="http://schemas.openxmlformats.org/officeDocument/2006/relationships/slide" Target="slides/slide2.xml"/><Relationship Id="rId5" Type="http://schemas.openxmlformats.org/officeDocument/2006/relationships/slide" Target="slides/slide3.xml"/><Relationship Id="rId6" Type="http://schemas.openxmlformats.org/officeDocument/2006/relationships/slide" Target="slides/slide4.xml"/><Relationship Id="rId7" Type="http://schemas.openxmlformats.org/officeDocument/2006/relationships/slide" Target="slides/slide5.xml"/><Relationship Id="rId8" Type="http://schemas.openxmlformats.org/officeDocument/2006/relationships/slide" Target="slides/slide6.xml"/><Relationship Id="rId9" Type="http://schemas.openxmlformats.org/officeDocument/2006/relationships/slide" Target="slides/slide7.xml"/><Relationship Id="rId10" Type="http://schemas.openxmlformats.org/officeDocument/2006/relationships/slide" Target="slides/slide8.xml"/><Relationship Id="rId11" Type="http://schemas.openxmlformats.org/officeDocument/2006/relationships/slide" Target="slides/slide9.xml"/><Relationship Id="rId12" Type="http://schemas.openxmlformats.org/officeDocument/2006/relationships/slide" Target="slides/slide10.xml"/><Relationship Id="rId13" Type="http://schemas.openxmlformats.org/officeDocument/2006/relationships/slide" Target="slides/slide11.xml"/><Relationship Id="rId14" Type="http://schemas.openxmlformats.org/officeDocument/2006/relationships/notesMaster" Target="notesMasters/notesMaster1.xml"/><Relationship Id="rId15" Type="http://schemas.openxmlformats.org/officeDocument/2006/relationships/presProps" Target="presProps.xml" /><Relationship Id="rId16" Type="http://schemas.openxmlformats.org/officeDocument/2006/relationships/tableStyles" Target="tableStyles.xml" /><Relationship Id="rId17" Type="http://schemas.openxmlformats.org/officeDocument/2006/relationships/viewProps" Target="viewProps.xml" /></Relationships>
</file>

<file path=ppt/notesMasters/_rels/notesMaster1.xml.rels><?xml version="1.0" encoding="UTF-8" standalone="yes"?>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 name="">
    <p:bg>
      <p:bgRef idx="1001">
        <a:schemeClr val="bg1"/>
      </p:bgRef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648155000" name="Header Placeholder 1"/>
          <p:cNvSpPr>
            <a:spLocks noGrp="1"/>
          </p:cNvSpPr>
          <p:nvPr>
            <p:ph type="hdr" sz="quarter"/>
          </p:nvPr>
        </p:nvSpPr>
        <p:spPr bwMode="auto"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94671647" name="Date Placeholder 2"/>
          <p:cNvSpPr>
            <a:spLocks noGrp="1"/>
          </p:cNvSpPr>
          <p:nvPr>
            <p:ph type="dt" idx="1"/>
          </p:nvPr>
        </p:nvSpPr>
        <p:spPr bwMode="auto"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pPr>
              <a:defRPr/>
            </a:pPr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1368715644" name="Slide Image Placeholder 3"/>
          <p:cNvSpPr>
            <a:spLocks noChangeAspect="1" noGrp="1" noRot="1"/>
          </p:cNvSpPr>
          <p:nvPr>
            <p:ph type="sldImg" idx="2"/>
          </p:nvPr>
        </p:nvSpPr>
        <p:spPr bwMode="auto"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pPr>
              <a:defRPr/>
            </a:pPr>
            <a:endParaRPr lang="en-US"/>
          </a:p>
        </p:txBody>
      </p:sp>
      <p:sp>
        <p:nvSpPr>
          <p:cNvPr id="1643351377" name="Notes Placeholder 4"/>
          <p:cNvSpPr>
            <a:spLocks noGrp="1"/>
          </p:cNvSpPr>
          <p:nvPr>
            <p:ph type="body" sz="quarter" idx="3"/>
          </p:nvPr>
        </p:nvSpPr>
        <p:spPr bwMode="auto"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>
              <a:defRPr/>
            </a:pPr>
            <a:r>
              <a:rPr lang="en-US"/>
              <a:t>Click to edit Master text styles</a:t>
            </a:r>
            <a:endParaRPr/>
          </a:p>
          <a:p>
            <a:pPr lvl="1">
              <a:defRPr/>
            </a:pPr>
            <a:r>
              <a:rPr lang="en-US"/>
              <a:t>Second level</a:t>
            </a:r>
            <a:endParaRPr/>
          </a:p>
          <a:p>
            <a:pPr lvl="2">
              <a:defRPr/>
            </a:pPr>
            <a:r>
              <a:rPr lang="en-US"/>
              <a:t>Third level</a:t>
            </a:r>
            <a:endParaRPr/>
          </a:p>
          <a:p>
            <a:pPr lvl="3">
              <a:defRPr/>
            </a:pPr>
            <a:r>
              <a:rPr lang="en-US"/>
              <a:t>Fourth level</a:t>
            </a:r>
            <a:endParaRPr/>
          </a:p>
          <a:p>
            <a:pPr lvl="4">
              <a:defRPr/>
            </a:pPr>
            <a:r>
              <a:rPr lang="en-US"/>
              <a:t>Fifth level</a:t>
            </a:r>
            <a:endParaRPr/>
          </a:p>
        </p:txBody>
      </p:sp>
      <p:sp>
        <p:nvSpPr>
          <p:cNvPr id="540933813" name="Footer Placeholder 5"/>
          <p:cNvSpPr>
            <a:spLocks noGrp="1"/>
          </p:cNvSpPr>
          <p:nvPr>
            <p:ph type="ftr" sz="quarter" idx="4"/>
          </p:nvPr>
        </p:nvSpPr>
        <p:spPr bwMode="auto"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1411276710" name="Slide Number Placeholder 6"/>
          <p:cNvSpPr>
            <a:spLocks noGrp="1"/>
          </p:cNvSpPr>
          <p:nvPr>
            <p:ph type="sldNum" sz="quarter" idx="5"/>
          </p:nvPr>
        </p:nvSpPr>
        <p:spPr bwMode="auto"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pPr>
              <a:defRPr/>
            </a:pPr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>
      <a:defRPr sz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>
      <a:defRPr sz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>
      <a:defRPr sz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>
      <a:defRPr sz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>
      <a:defRPr sz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>
      <a:defRPr sz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>
      <a:defRPr sz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>
      <a:defRPr sz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>
      <a:defRPr sz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 ?>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 ?>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 ?>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 ?>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 ?>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 ?>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 ?>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 ?>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 ?>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 ?>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 ?>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75591953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288137938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415728757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F7021451-1387-4CA6-816F-3879F97B5CBC}" type="slidenum">
              <a:rPr lang="en-US"/>
              <a:t>1</a:t>
            </a:fld>
            <a:endParaRPr lang="en-US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565726913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2043106500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1371858117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F7021451-1387-4CA6-816F-3879F97B5CBC}" type="slidenum">
              <a:rPr lang="en-US"/>
              <a:t>2</a:t>
            </a:fld>
            <a:endParaRPr lang="en-US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81577621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67935807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237618563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F7021451-1387-4CA6-816F-3879F97B5CBC}" type="slidenum">
              <a:rPr lang="en-US"/>
              <a:t>3</a:t>
            </a:fld>
            <a:endParaRPr lang="en-US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300701256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932891834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288755080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F7021451-1387-4CA6-816F-3879F97B5CBC}" type="slidenum">
              <a:rPr lang="en-US"/>
              <a:t>4</a:t>
            </a:fld>
            <a:endParaRPr lang="en-US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306061797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034362309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1082641719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F7021451-1387-4CA6-816F-3879F97B5CBC}" type="slidenum">
              <a:rPr lang="en-US"/>
              <a:t>6</a:t>
            </a:fld>
            <a:endParaRPr lang="en-US"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3C5A4C9F-C9E2-85AD-6F23-7D64DE299F7C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400942804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544735844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516635068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F7021451-1387-4CA6-816F-3879F97B5CBC}" type="slidenum">
              <a:rPr lang="en-US"/>
              <a:t>7</a:t>
            </a:fld>
            <a:endParaRPr lang="en-US"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976959988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2085585094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1625734710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F7021451-1387-4CA6-816F-3879F97B5CBC}" type="slidenum">
              <a:rPr lang="en-US"/>
              <a:t>8</a:t>
            </a:fld>
            <a:endParaRPr lang="en-US"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022956511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613595008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873643974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F7021451-1387-4CA6-816F-3879F97B5CBC}" type="slidenum">
              <a:rPr lang="en-US"/>
              <a:t>9</a:t>
            </a:fld>
            <a:endParaRPr lang="en-US"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347761580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878605506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79722142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F7021451-1387-4CA6-816F-3879F97B5CBC}" type="slidenum">
              <a:rPr lang="en-US"/>
              <a:t>5</a:t>
            </a:fld>
            <a:endParaRPr lang="en-US"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777718006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2024268849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1746532701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F7021451-1387-4CA6-816F-3879F97B5CBC}" type="slidenum">
              <a:rPr lang="en-US"/>
              <a:t>11</a:t>
            </a:fld>
            <a:endParaRPr 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userDrawn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preserve="0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dt="0" ftr="0" hdr="0" sldNum="0"/>
  <p:txStyles>
    <p:titleStyle>
      <a:lvl1pPr algn="ctr" defTabSz="914400" rtl="0">
        <a:spcBef>
          <a:spcPts val="0"/>
        </a:spcBef>
        <a:buNone/>
        <a:defRPr sz="44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>
        <a:spcBef>
          <a:spcPts val="0"/>
        </a:spcBef>
        <a:buFont typeface="Arial"/>
        <a:buChar char="•"/>
        <a:defRPr sz="3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>
        <a:spcBef>
          <a:spcPts val="0"/>
        </a:spcBef>
        <a:buFont typeface="Arial"/>
        <a:buChar char="–"/>
        <a:defRPr sz="28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>
        <a:spcBef>
          <a:spcPts val="0"/>
        </a:spcBef>
        <a:buFont typeface="Arial"/>
        <a:buChar char="•"/>
        <a:defRPr sz="24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>
        <a:spcBef>
          <a:spcPts val="0"/>
        </a:spcBef>
        <a:buFont typeface="Arial"/>
        <a:buChar char="–"/>
        <a:defRPr sz="20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>
        <a:spcBef>
          <a:spcPts val="0"/>
        </a:spcBef>
        <a:buFont typeface="Arial"/>
        <a:buChar char="»"/>
        <a:defRPr sz="20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>
        <a:spcBef>
          <a:spcPts val="0"/>
        </a:spcBef>
        <a:buFont typeface="Arial"/>
        <a:buChar char="•"/>
        <a:defRPr sz="20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>
        <a:spcBef>
          <a:spcPts val="0"/>
        </a:spcBef>
        <a:buFont typeface="Arial"/>
        <a:buChar char="•"/>
        <a:defRPr sz="20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>
        <a:spcBef>
          <a:spcPts val="0"/>
        </a:spcBef>
        <a:buFont typeface="Arial"/>
        <a:buChar char="•"/>
        <a:defRPr sz="20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>
        <a:spcBef>
          <a:spcPts val="0"/>
        </a:spcBef>
        <a:buFont typeface="Arial"/>
        <a:buChar char="•"/>
        <a:defRPr sz="20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>
        <a:defRPr sz="18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>
        <a:defRPr sz="18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>
        <a:defRPr sz="18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>
        <a:defRPr sz="18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>
        <a:defRPr sz="18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>
        <a:defRPr sz="18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>
        <a:defRPr sz="18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>
        <a:defRPr sz="18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>
        <a:defRPr sz="18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1.png"/></Relationships>
</file>

<file path=ppt/slides/_rels/slide2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2.png"/><Relationship Id="rId4" Type="http://schemas.openxmlformats.org/officeDocument/2006/relationships/image" Target="../media/image3.png"/><Relationship Id="rId5" Type="http://schemas.openxmlformats.org/officeDocument/2006/relationships/image" Target="../media/image4.png"/><Relationship Id="rId6" Type="http://schemas.openxmlformats.org/officeDocument/2006/relationships/image" Target="../media/image5.png"/><Relationship Id="rId7" Type="http://schemas.openxmlformats.org/officeDocument/2006/relationships/image" Target="../media/image6.png"/></Relationships>
</file>

<file path=ppt/slides/_rels/slide3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7.png"/><Relationship Id="rId4" Type="http://schemas.openxmlformats.org/officeDocument/2006/relationships/image" Target="../media/media1.svg"/></Relationships>
</file>

<file path=ppt/slides/_rels/slide5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8.png"/><Relationship Id="rId4" Type="http://schemas.openxmlformats.org/officeDocument/2006/relationships/image" Target="../media/image9.png"/><Relationship Id="rId5" Type="http://schemas.openxmlformats.org/officeDocument/2006/relationships/image" Target="../media/image10.png"/></Relationships>
</file>

<file path=ppt/slides/_rels/slide6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11.png"/></Relationships>
</file>

<file path=ppt/slides/_rels/slide7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12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Slide 1">
    <p:bg>
      <p:bgPr shadeToTitle="0">
        <a:solidFill>
          <a:srgbClr val="0D1117"/>
        </a:solidFill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571954703" name="Shape 0"/>
          <p:cNvSpPr/>
          <p:nvPr/>
        </p:nvSpPr>
        <p:spPr bwMode="auto">
          <a:xfrm>
            <a:off x="0" y="0"/>
            <a:ext cx="73152" cy="5143500"/>
          </a:xfrm>
          <a:prstGeom prst="rect">
            <a:avLst/>
          </a:prstGeom>
          <a:solidFill>
            <a:srgbClr val="52B788"/>
          </a:solidFill>
          <a:ln w="12700">
            <a:solidFill>
              <a:srgbClr val="52B788"/>
            </a:solidFill>
            <a:prstDash val="solid"/>
          </a:ln>
        </p:spPr>
      </p:sp>
      <p:sp>
        <p:nvSpPr>
          <p:cNvPr id="434327128" name="Shape 1"/>
          <p:cNvSpPr/>
          <p:nvPr/>
        </p:nvSpPr>
        <p:spPr bwMode="auto">
          <a:xfrm>
            <a:off x="5943600" y="548640"/>
            <a:ext cx="54864" cy="54864"/>
          </a:xfrm>
          <a:prstGeom prst="ellipse">
            <a:avLst/>
          </a:prstGeom>
          <a:solidFill>
            <a:srgbClr val="2D6A4F">
              <a:alpha val="60000"/>
            </a:srgbClr>
          </a:solidFill>
          <a:ln w="12700">
            <a:solidFill>
              <a:srgbClr val="2D6A4F">
                <a:alpha val="60000"/>
              </a:srgbClr>
            </a:solidFill>
            <a:prstDash val="solid"/>
          </a:ln>
        </p:spPr>
      </p:sp>
      <p:sp>
        <p:nvSpPr>
          <p:cNvPr id="442533366" name="Shape 2"/>
          <p:cNvSpPr/>
          <p:nvPr/>
        </p:nvSpPr>
        <p:spPr bwMode="auto">
          <a:xfrm>
            <a:off x="5943600" y="1051560"/>
            <a:ext cx="54864" cy="54864"/>
          </a:xfrm>
          <a:prstGeom prst="ellipse">
            <a:avLst/>
          </a:prstGeom>
          <a:solidFill>
            <a:srgbClr val="2D6A4F">
              <a:alpha val="60000"/>
            </a:srgbClr>
          </a:solidFill>
          <a:ln w="12700">
            <a:solidFill>
              <a:srgbClr val="2D6A4F">
                <a:alpha val="60000"/>
              </a:srgbClr>
            </a:solidFill>
            <a:prstDash val="solid"/>
          </a:ln>
        </p:spPr>
      </p:sp>
      <p:sp>
        <p:nvSpPr>
          <p:cNvPr id="1551602944" name="Shape 3"/>
          <p:cNvSpPr/>
          <p:nvPr/>
        </p:nvSpPr>
        <p:spPr bwMode="auto">
          <a:xfrm>
            <a:off x="5943600" y="1554480"/>
            <a:ext cx="54864" cy="54864"/>
          </a:xfrm>
          <a:prstGeom prst="ellipse">
            <a:avLst/>
          </a:prstGeom>
          <a:solidFill>
            <a:srgbClr val="2D6A4F">
              <a:alpha val="60000"/>
            </a:srgbClr>
          </a:solidFill>
          <a:ln w="12700">
            <a:solidFill>
              <a:srgbClr val="2D6A4F">
                <a:alpha val="60000"/>
              </a:srgbClr>
            </a:solidFill>
            <a:prstDash val="solid"/>
          </a:ln>
        </p:spPr>
      </p:sp>
      <p:sp>
        <p:nvSpPr>
          <p:cNvPr id="1050670721" name="Shape 4"/>
          <p:cNvSpPr/>
          <p:nvPr/>
        </p:nvSpPr>
        <p:spPr bwMode="auto">
          <a:xfrm>
            <a:off x="5943600" y="2057400"/>
            <a:ext cx="54864" cy="54864"/>
          </a:xfrm>
          <a:prstGeom prst="ellipse">
            <a:avLst/>
          </a:prstGeom>
          <a:solidFill>
            <a:srgbClr val="2D6A4F">
              <a:alpha val="60000"/>
            </a:srgbClr>
          </a:solidFill>
          <a:ln w="12700">
            <a:solidFill>
              <a:srgbClr val="2D6A4F">
                <a:alpha val="60000"/>
              </a:srgbClr>
            </a:solidFill>
            <a:prstDash val="solid"/>
          </a:ln>
        </p:spPr>
      </p:sp>
      <p:sp>
        <p:nvSpPr>
          <p:cNvPr id="1941654441" name="Shape 5"/>
          <p:cNvSpPr/>
          <p:nvPr/>
        </p:nvSpPr>
        <p:spPr bwMode="auto">
          <a:xfrm>
            <a:off x="6446520" y="548640"/>
            <a:ext cx="54864" cy="54864"/>
          </a:xfrm>
          <a:prstGeom prst="ellipse">
            <a:avLst/>
          </a:prstGeom>
          <a:solidFill>
            <a:srgbClr val="2D6A4F">
              <a:alpha val="60000"/>
            </a:srgbClr>
          </a:solidFill>
          <a:ln w="12700">
            <a:solidFill>
              <a:srgbClr val="2D6A4F">
                <a:alpha val="60000"/>
              </a:srgbClr>
            </a:solidFill>
            <a:prstDash val="solid"/>
          </a:ln>
        </p:spPr>
      </p:sp>
      <p:sp>
        <p:nvSpPr>
          <p:cNvPr id="1662795477" name="Shape 6"/>
          <p:cNvSpPr/>
          <p:nvPr/>
        </p:nvSpPr>
        <p:spPr bwMode="auto">
          <a:xfrm>
            <a:off x="6446520" y="1051560"/>
            <a:ext cx="54864" cy="54864"/>
          </a:xfrm>
          <a:prstGeom prst="ellipse">
            <a:avLst/>
          </a:prstGeom>
          <a:solidFill>
            <a:srgbClr val="2D6A4F">
              <a:alpha val="60000"/>
            </a:srgbClr>
          </a:solidFill>
          <a:ln w="12700">
            <a:solidFill>
              <a:srgbClr val="2D6A4F">
                <a:alpha val="60000"/>
              </a:srgbClr>
            </a:solidFill>
            <a:prstDash val="solid"/>
          </a:ln>
        </p:spPr>
      </p:sp>
      <p:sp>
        <p:nvSpPr>
          <p:cNvPr id="379717106" name="Shape 7"/>
          <p:cNvSpPr/>
          <p:nvPr/>
        </p:nvSpPr>
        <p:spPr bwMode="auto">
          <a:xfrm>
            <a:off x="6446520" y="1554480"/>
            <a:ext cx="54864" cy="54864"/>
          </a:xfrm>
          <a:prstGeom prst="ellipse">
            <a:avLst/>
          </a:prstGeom>
          <a:solidFill>
            <a:srgbClr val="2D6A4F">
              <a:alpha val="60000"/>
            </a:srgbClr>
          </a:solidFill>
          <a:ln w="12700">
            <a:solidFill>
              <a:srgbClr val="2D6A4F">
                <a:alpha val="60000"/>
              </a:srgbClr>
            </a:solidFill>
            <a:prstDash val="solid"/>
          </a:ln>
        </p:spPr>
      </p:sp>
      <p:sp>
        <p:nvSpPr>
          <p:cNvPr id="1482738765" name="Shape 8"/>
          <p:cNvSpPr/>
          <p:nvPr/>
        </p:nvSpPr>
        <p:spPr bwMode="auto">
          <a:xfrm>
            <a:off x="6446520" y="2057400"/>
            <a:ext cx="54864" cy="54864"/>
          </a:xfrm>
          <a:prstGeom prst="ellipse">
            <a:avLst/>
          </a:prstGeom>
          <a:solidFill>
            <a:srgbClr val="2D6A4F">
              <a:alpha val="60000"/>
            </a:srgbClr>
          </a:solidFill>
          <a:ln w="12700">
            <a:solidFill>
              <a:srgbClr val="2D6A4F">
                <a:alpha val="60000"/>
              </a:srgbClr>
            </a:solidFill>
            <a:prstDash val="solid"/>
          </a:ln>
        </p:spPr>
      </p:sp>
      <p:sp>
        <p:nvSpPr>
          <p:cNvPr id="654070380" name="Shape 9"/>
          <p:cNvSpPr/>
          <p:nvPr/>
        </p:nvSpPr>
        <p:spPr bwMode="auto">
          <a:xfrm>
            <a:off x="6949440" y="548640"/>
            <a:ext cx="54864" cy="54864"/>
          </a:xfrm>
          <a:prstGeom prst="ellipse">
            <a:avLst/>
          </a:prstGeom>
          <a:solidFill>
            <a:srgbClr val="2D6A4F">
              <a:alpha val="60000"/>
            </a:srgbClr>
          </a:solidFill>
          <a:ln w="12700">
            <a:solidFill>
              <a:srgbClr val="2D6A4F">
                <a:alpha val="60000"/>
              </a:srgbClr>
            </a:solidFill>
            <a:prstDash val="solid"/>
          </a:ln>
        </p:spPr>
      </p:sp>
      <p:sp>
        <p:nvSpPr>
          <p:cNvPr id="333576324" name="Shape 10"/>
          <p:cNvSpPr/>
          <p:nvPr/>
        </p:nvSpPr>
        <p:spPr bwMode="auto">
          <a:xfrm>
            <a:off x="6949440" y="1051560"/>
            <a:ext cx="54864" cy="54864"/>
          </a:xfrm>
          <a:prstGeom prst="ellipse">
            <a:avLst/>
          </a:prstGeom>
          <a:solidFill>
            <a:srgbClr val="2D6A4F">
              <a:alpha val="60000"/>
            </a:srgbClr>
          </a:solidFill>
          <a:ln w="12700">
            <a:solidFill>
              <a:srgbClr val="2D6A4F">
                <a:alpha val="60000"/>
              </a:srgbClr>
            </a:solidFill>
            <a:prstDash val="solid"/>
          </a:ln>
        </p:spPr>
      </p:sp>
      <p:sp>
        <p:nvSpPr>
          <p:cNvPr id="1846266592" name="Shape 11"/>
          <p:cNvSpPr/>
          <p:nvPr/>
        </p:nvSpPr>
        <p:spPr bwMode="auto">
          <a:xfrm>
            <a:off x="6949440" y="1554480"/>
            <a:ext cx="54864" cy="54864"/>
          </a:xfrm>
          <a:prstGeom prst="ellipse">
            <a:avLst/>
          </a:prstGeom>
          <a:solidFill>
            <a:srgbClr val="2D6A4F">
              <a:alpha val="60000"/>
            </a:srgbClr>
          </a:solidFill>
          <a:ln w="12700">
            <a:solidFill>
              <a:srgbClr val="2D6A4F">
                <a:alpha val="60000"/>
              </a:srgbClr>
            </a:solidFill>
            <a:prstDash val="solid"/>
          </a:ln>
        </p:spPr>
      </p:sp>
      <p:sp>
        <p:nvSpPr>
          <p:cNvPr id="819118178" name="Shape 12"/>
          <p:cNvSpPr/>
          <p:nvPr/>
        </p:nvSpPr>
        <p:spPr bwMode="auto">
          <a:xfrm>
            <a:off x="6949440" y="2057400"/>
            <a:ext cx="54864" cy="54864"/>
          </a:xfrm>
          <a:prstGeom prst="ellipse">
            <a:avLst/>
          </a:prstGeom>
          <a:solidFill>
            <a:srgbClr val="2D6A4F">
              <a:alpha val="60000"/>
            </a:srgbClr>
          </a:solidFill>
          <a:ln w="12700">
            <a:solidFill>
              <a:srgbClr val="2D6A4F">
                <a:alpha val="60000"/>
              </a:srgbClr>
            </a:solidFill>
            <a:prstDash val="solid"/>
          </a:ln>
        </p:spPr>
      </p:sp>
      <p:sp>
        <p:nvSpPr>
          <p:cNvPr id="676687772" name="Shape 13"/>
          <p:cNvSpPr/>
          <p:nvPr/>
        </p:nvSpPr>
        <p:spPr bwMode="auto">
          <a:xfrm>
            <a:off x="7452360" y="548640"/>
            <a:ext cx="54864" cy="54864"/>
          </a:xfrm>
          <a:prstGeom prst="ellipse">
            <a:avLst/>
          </a:prstGeom>
          <a:solidFill>
            <a:srgbClr val="2D6A4F">
              <a:alpha val="60000"/>
            </a:srgbClr>
          </a:solidFill>
          <a:ln w="12700">
            <a:solidFill>
              <a:srgbClr val="2D6A4F">
                <a:alpha val="60000"/>
              </a:srgbClr>
            </a:solidFill>
            <a:prstDash val="solid"/>
          </a:ln>
        </p:spPr>
      </p:sp>
      <p:sp>
        <p:nvSpPr>
          <p:cNvPr id="1176885676" name="Shape 14"/>
          <p:cNvSpPr/>
          <p:nvPr/>
        </p:nvSpPr>
        <p:spPr bwMode="auto">
          <a:xfrm>
            <a:off x="7452360" y="1051560"/>
            <a:ext cx="54864" cy="54864"/>
          </a:xfrm>
          <a:prstGeom prst="ellipse">
            <a:avLst/>
          </a:prstGeom>
          <a:solidFill>
            <a:srgbClr val="2D6A4F">
              <a:alpha val="60000"/>
            </a:srgbClr>
          </a:solidFill>
          <a:ln w="12700">
            <a:solidFill>
              <a:srgbClr val="2D6A4F">
                <a:alpha val="60000"/>
              </a:srgbClr>
            </a:solidFill>
            <a:prstDash val="solid"/>
          </a:ln>
        </p:spPr>
      </p:sp>
      <p:sp>
        <p:nvSpPr>
          <p:cNvPr id="1065185720" name="Shape 15"/>
          <p:cNvSpPr/>
          <p:nvPr/>
        </p:nvSpPr>
        <p:spPr bwMode="auto">
          <a:xfrm>
            <a:off x="7452360" y="1554480"/>
            <a:ext cx="54864" cy="54864"/>
          </a:xfrm>
          <a:prstGeom prst="ellipse">
            <a:avLst/>
          </a:prstGeom>
          <a:solidFill>
            <a:srgbClr val="2D6A4F">
              <a:alpha val="60000"/>
            </a:srgbClr>
          </a:solidFill>
          <a:ln w="12700">
            <a:solidFill>
              <a:srgbClr val="2D6A4F">
                <a:alpha val="60000"/>
              </a:srgbClr>
            </a:solidFill>
            <a:prstDash val="solid"/>
          </a:ln>
        </p:spPr>
      </p:sp>
      <p:sp>
        <p:nvSpPr>
          <p:cNvPr id="405935600" name="Shape 16"/>
          <p:cNvSpPr/>
          <p:nvPr/>
        </p:nvSpPr>
        <p:spPr bwMode="auto">
          <a:xfrm>
            <a:off x="7452360" y="2057400"/>
            <a:ext cx="54864" cy="54864"/>
          </a:xfrm>
          <a:prstGeom prst="ellipse">
            <a:avLst/>
          </a:prstGeom>
          <a:solidFill>
            <a:srgbClr val="2D6A4F">
              <a:alpha val="60000"/>
            </a:srgbClr>
          </a:solidFill>
          <a:ln w="12700">
            <a:solidFill>
              <a:srgbClr val="2D6A4F">
                <a:alpha val="60000"/>
              </a:srgbClr>
            </a:solidFill>
            <a:prstDash val="solid"/>
          </a:ln>
        </p:spPr>
      </p:sp>
      <p:sp>
        <p:nvSpPr>
          <p:cNvPr id="1306456494" name="Shape 17"/>
          <p:cNvSpPr/>
          <p:nvPr/>
        </p:nvSpPr>
        <p:spPr bwMode="auto">
          <a:xfrm>
            <a:off x="7955280" y="548640"/>
            <a:ext cx="54864" cy="54864"/>
          </a:xfrm>
          <a:prstGeom prst="ellipse">
            <a:avLst/>
          </a:prstGeom>
          <a:solidFill>
            <a:srgbClr val="2D6A4F">
              <a:alpha val="60000"/>
            </a:srgbClr>
          </a:solidFill>
          <a:ln w="12700">
            <a:solidFill>
              <a:srgbClr val="2D6A4F">
                <a:alpha val="60000"/>
              </a:srgbClr>
            </a:solidFill>
            <a:prstDash val="solid"/>
          </a:ln>
        </p:spPr>
      </p:sp>
      <p:sp>
        <p:nvSpPr>
          <p:cNvPr id="453649522" name="Shape 18"/>
          <p:cNvSpPr/>
          <p:nvPr/>
        </p:nvSpPr>
        <p:spPr bwMode="auto">
          <a:xfrm>
            <a:off x="7955280" y="1051560"/>
            <a:ext cx="54864" cy="54864"/>
          </a:xfrm>
          <a:prstGeom prst="ellipse">
            <a:avLst/>
          </a:prstGeom>
          <a:solidFill>
            <a:srgbClr val="2D6A4F">
              <a:alpha val="60000"/>
            </a:srgbClr>
          </a:solidFill>
          <a:ln w="12700">
            <a:solidFill>
              <a:srgbClr val="2D6A4F">
                <a:alpha val="60000"/>
              </a:srgbClr>
            </a:solidFill>
            <a:prstDash val="solid"/>
          </a:ln>
        </p:spPr>
      </p:sp>
      <p:sp>
        <p:nvSpPr>
          <p:cNvPr id="1437468358" name="Shape 19"/>
          <p:cNvSpPr/>
          <p:nvPr/>
        </p:nvSpPr>
        <p:spPr bwMode="auto">
          <a:xfrm>
            <a:off x="7955280" y="1554480"/>
            <a:ext cx="54864" cy="54864"/>
          </a:xfrm>
          <a:prstGeom prst="ellipse">
            <a:avLst/>
          </a:prstGeom>
          <a:solidFill>
            <a:srgbClr val="2D6A4F">
              <a:alpha val="60000"/>
            </a:srgbClr>
          </a:solidFill>
          <a:ln w="12700">
            <a:solidFill>
              <a:srgbClr val="2D6A4F">
                <a:alpha val="60000"/>
              </a:srgbClr>
            </a:solidFill>
            <a:prstDash val="solid"/>
          </a:ln>
        </p:spPr>
      </p:sp>
      <p:sp>
        <p:nvSpPr>
          <p:cNvPr id="346043346" name="Shape 20"/>
          <p:cNvSpPr/>
          <p:nvPr/>
        </p:nvSpPr>
        <p:spPr bwMode="auto">
          <a:xfrm>
            <a:off x="7955280" y="2057400"/>
            <a:ext cx="54864" cy="54864"/>
          </a:xfrm>
          <a:prstGeom prst="ellipse">
            <a:avLst/>
          </a:prstGeom>
          <a:solidFill>
            <a:srgbClr val="2D6A4F">
              <a:alpha val="60000"/>
            </a:srgbClr>
          </a:solidFill>
          <a:ln w="12700">
            <a:solidFill>
              <a:srgbClr val="2D6A4F">
                <a:alpha val="60000"/>
              </a:srgbClr>
            </a:solidFill>
            <a:prstDash val="solid"/>
          </a:ln>
        </p:spPr>
      </p:sp>
      <p:sp>
        <p:nvSpPr>
          <p:cNvPr id="2010133446" name="Shape 21"/>
          <p:cNvSpPr/>
          <p:nvPr/>
        </p:nvSpPr>
        <p:spPr bwMode="auto">
          <a:xfrm>
            <a:off x="8458200" y="548640"/>
            <a:ext cx="54864" cy="54864"/>
          </a:xfrm>
          <a:prstGeom prst="ellipse">
            <a:avLst/>
          </a:prstGeom>
          <a:solidFill>
            <a:srgbClr val="2D6A4F">
              <a:alpha val="60000"/>
            </a:srgbClr>
          </a:solidFill>
          <a:ln w="12700">
            <a:solidFill>
              <a:srgbClr val="2D6A4F">
                <a:alpha val="60000"/>
              </a:srgbClr>
            </a:solidFill>
            <a:prstDash val="solid"/>
          </a:ln>
        </p:spPr>
      </p:sp>
      <p:sp>
        <p:nvSpPr>
          <p:cNvPr id="153629671" name="Shape 22"/>
          <p:cNvSpPr/>
          <p:nvPr/>
        </p:nvSpPr>
        <p:spPr bwMode="auto">
          <a:xfrm>
            <a:off x="8458200" y="1051560"/>
            <a:ext cx="54864" cy="54864"/>
          </a:xfrm>
          <a:prstGeom prst="ellipse">
            <a:avLst/>
          </a:prstGeom>
          <a:solidFill>
            <a:srgbClr val="2D6A4F">
              <a:alpha val="60000"/>
            </a:srgbClr>
          </a:solidFill>
          <a:ln w="12700">
            <a:solidFill>
              <a:srgbClr val="2D6A4F">
                <a:alpha val="60000"/>
              </a:srgbClr>
            </a:solidFill>
            <a:prstDash val="solid"/>
          </a:ln>
        </p:spPr>
      </p:sp>
      <p:sp>
        <p:nvSpPr>
          <p:cNvPr id="27443682" name="Shape 23"/>
          <p:cNvSpPr/>
          <p:nvPr/>
        </p:nvSpPr>
        <p:spPr bwMode="auto">
          <a:xfrm>
            <a:off x="8458200" y="1554480"/>
            <a:ext cx="54864" cy="54864"/>
          </a:xfrm>
          <a:prstGeom prst="ellipse">
            <a:avLst/>
          </a:prstGeom>
          <a:solidFill>
            <a:srgbClr val="2D6A4F">
              <a:alpha val="60000"/>
            </a:srgbClr>
          </a:solidFill>
          <a:ln w="12700">
            <a:solidFill>
              <a:srgbClr val="2D6A4F">
                <a:alpha val="60000"/>
              </a:srgbClr>
            </a:solidFill>
            <a:prstDash val="solid"/>
          </a:ln>
        </p:spPr>
      </p:sp>
      <p:sp>
        <p:nvSpPr>
          <p:cNvPr id="1125672484" name="Shape 24"/>
          <p:cNvSpPr/>
          <p:nvPr/>
        </p:nvSpPr>
        <p:spPr bwMode="auto">
          <a:xfrm>
            <a:off x="8458200" y="2057400"/>
            <a:ext cx="54864" cy="54864"/>
          </a:xfrm>
          <a:prstGeom prst="ellipse">
            <a:avLst/>
          </a:prstGeom>
          <a:solidFill>
            <a:srgbClr val="2D6A4F">
              <a:alpha val="60000"/>
            </a:srgbClr>
          </a:solidFill>
          <a:ln w="12700">
            <a:solidFill>
              <a:srgbClr val="2D6A4F">
                <a:alpha val="60000"/>
              </a:srgbClr>
            </a:solidFill>
            <a:prstDash val="solid"/>
          </a:ln>
        </p:spPr>
      </p:sp>
      <p:sp>
        <p:nvSpPr>
          <p:cNvPr id="322687722" name="Shape 25"/>
          <p:cNvSpPr/>
          <p:nvPr/>
        </p:nvSpPr>
        <p:spPr bwMode="auto">
          <a:xfrm>
            <a:off x="5760720" y="457200"/>
            <a:ext cx="3017519" cy="4206240"/>
          </a:xfrm>
          <a:prstGeom prst="rect">
            <a:avLst/>
          </a:prstGeom>
          <a:solidFill>
            <a:srgbClr val="1B4332">
              <a:alpha val="80000"/>
            </a:srgbClr>
          </a:solidFill>
          <a:ln w="12700">
            <a:solidFill>
              <a:srgbClr val="2D6A4F"/>
            </a:solidFill>
            <a:prstDash val="solid"/>
          </a:ln>
        </p:spPr>
      </p:sp>
      <p:pic>
        <p:nvPicPr>
          <p:cNvPr id="613719746" name="Image 0" descr="preencoded.png"/>
          <p:cNvPicPr>
            <a:picLocks noChangeAspect="1"/>
          </p:cNvPicPr>
          <p:nvPr/>
        </p:nvPicPr>
        <p:blipFill rotWithShape="1">
          <a:blip r:embed="rId3"/>
          <a:stretch/>
        </p:blipFill>
        <p:spPr bwMode="auto">
          <a:xfrm flipH="0" flipV="0">
            <a:off x="6583680" y="1188720"/>
            <a:ext cx="1188720" cy="1508759"/>
          </a:xfrm>
          <a:prstGeom prst="rect">
            <a:avLst/>
          </a:prstGeom>
        </p:spPr>
      </p:pic>
      <p:sp>
        <p:nvSpPr>
          <p:cNvPr id="920259288" name="Text 27"/>
          <p:cNvSpPr/>
          <p:nvPr/>
        </p:nvSpPr>
        <p:spPr bwMode="auto">
          <a:xfrm>
            <a:off x="5760720" y="2761488"/>
            <a:ext cx="28346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  <a:defRPr/>
            </a:pPr>
            <a:r>
              <a:rPr lang="en-US" sz="1200">
                <a:solidFill>
                  <a:srgbClr val="8B949E"/>
                </a:solidFill>
                <a:latin typeface="Calibri"/>
                <a:ea typeface="Calibri"/>
                <a:cs typeface="Calibri"/>
              </a:rPr>
              <a:t>Music Playlist Manager</a:t>
            </a:r>
            <a:endParaRPr lang="en-US" sz="1200"/>
          </a:p>
        </p:txBody>
      </p:sp>
      <p:sp>
        <p:nvSpPr>
          <p:cNvPr id="19102069" name="Text 28"/>
          <p:cNvSpPr/>
          <p:nvPr/>
        </p:nvSpPr>
        <p:spPr bwMode="auto">
          <a:xfrm>
            <a:off x="228600" y="548640"/>
            <a:ext cx="53035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  <a:defRPr/>
            </a:pPr>
            <a:r>
              <a:rPr lang="en-US" sz="1300" b="1" spc="400">
                <a:solidFill>
                  <a:srgbClr val="52B788"/>
                </a:solidFill>
                <a:latin typeface="Trebuchet MS"/>
                <a:ea typeface="Trebuchet MS"/>
                <a:cs typeface="Trebuchet MS"/>
              </a:rPr>
              <a:t>SCRUM PRE-GAME</a:t>
            </a:r>
            <a:endParaRPr lang="en-US" sz="1300"/>
          </a:p>
        </p:txBody>
      </p:sp>
      <p:sp>
        <p:nvSpPr>
          <p:cNvPr id="1228259771" name="Text 29"/>
          <p:cNvSpPr/>
          <p:nvPr/>
        </p:nvSpPr>
        <p:spPr bwMode="auto">
          <a:xfrm>
            <a:off x="228600" y="1005840"/>
            <a:ext cx="5303520" cy="1645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  <a:defRPr/>
            </a:pPr>
            <a:r>
              <a:rPr lang="en-US" sz="5200" b="1">
                <a:solidFill>
                  <a:srgbClr val="FFFFFF"/>
                </a:solidFill>
                <a:latin typeface="Trebuchet MS"/>
                <a:ea typeface="Trebuchet MS"/>
                <a:cs typeface="Trebuchet MS"/>
              </a:rPr>
              <a:t>Music Playlist</a:t>
            </a:r>
            <a:endParaRPr lang="en-US" sz="5200"/>
          </a:p>
          <a:p>
            <a:pPr marL="0" indent="0">
              <a:buNone/>
              <a:defRPr/>
            </a:pPr>
            <a:r>
              <a:rPr lang="en-US" sz="5200" b="1">
                <a:solidFill>
                  <a:srgbClr val="FFFFFF"/>
                </a:solidFill>
                <a:latin typeface="Trebuchet MS"/>
                <a:ea typeface="Trebuchet MS"/>
                <a:cs typeface="Trebuchet MS"/>
              </a:rPr>
              <a:t>Manager</a:t>
            </a:r>
            <a:endParaRPr lang="en-US" sz="5200"/>
          </a:p>
        </p:txBody>
      </p:sp>
      <p:sp>
        <p:nvSpPr>
          <p:cNvPr id="837321961" name="Text 30"/>
          <p:cNvSpPr/>
          <p:nvPr/>
        </p:nvSpPr>
        <p:spPr bwMode="auto">
          <a:xfrm>
            <a:off x="228600" y="2697480"/>
            <a:ext cx="53035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  <a:defRPr/>
            </a:pPr>
            <a:r>
              <a:rPr lang="en-US" sz="1500">
                <a:solidFill>
                  <a:srgbClr val="E6EDF3"/>
                </a:solidFill>
                <a:latin typeface="Calibri"/>
                <a:ea typeface="Calibri"/>
                <a:cs typeface="Calibri"/>
              </a:rPr>
              <a:t>Software Architecture &amp; Design – Gruppo 12</a:t>
            </a:r>
            <a:endParaRPr lang="en-US" sz="1500"/>
          </a:p>
        </p:txBody>
      </p:sp>
      <p:sp>
        <p:nvSpPr>
          <p:cNvPr id="954897402" name="Shape 31"/>
          <p:cNvSpPr/>
          <p:nvPr/>
        </p:nvSpPr>
        <p:spPr bwMode="auto">
          <a:xfrm>
            <a:off x="228600" y="3200400"/>
            <a:ext cx="3200400" cy="36576"/>
          </a:xfrm>
          <a:prstGeom prst="rect">
            <a:avLst/>
          </a:prstGeom>
          <a:solidFill>
            <a:srgbClr val="52B788"/>
          </a:solidFill>
          <a:ln w="12700">
            <a:solidFill>
              <a:srgbClr val="52B788"/>
            </a:solidFill>
            <a:prstDash val="solid"/>
          </a:ln>
        </p:spPr>
      </p:sp>
      <p:sp>
        <p:nvSpPr>
          <p:cNvPr id="1725326140" name="Text 32"/>
          <p:cNvSpPr/>
          <p:nvPr/>
        </p:nvSpPr>
        <p:spPr bwMode="auto">
          <a:xfrm>
            <a:off x="228600" y="3337560"/>
            <a:ext cx="23774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  <a:defRPr/>
            </a:pPr>
            <a:r>
              <a:rPr lang="en-US" sz="1100">
                <a:solidFill>
                  <a:srgbClr val="8B949E"/>
                </a:solidFill>
                <a:latin typeface="Calibri"/>
                <a:ea typeface="Calibri"/>
                <a:cs typeface="Calibri"/>
              </a:rPr>
              <a:t>Simone Luongo</a:t>
            </a:r>
            <a:endParaRPr lang="en-US" sz="1100"/>
          </a:p>
        </p:txBody>
      </p:sp>
      <p:sp>
        <p:nvSpPr>
          <p:cNvPr id="1069903188" name="Text 33"/>
          <p:cNvSpPr/>
          <p:nvPr/>
        </p:nvSpPr>
        <p:spPr bwMode="auto">
          <a:xfrm>
            <a:off x="2697480" y="3337560"/>
            <a:ext cx="23774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  <a:defRPr/>
            </a:pPr>
            <a:r>
              <a:rPr lang="en-US" sz="1100">
                <a:solidFill>
                  <a:srgbClr val="8B949E"/>
                </a:solidFill>
                <a:latin typeface="Calibri"/>
                <a:ea typeface="Calibri"/>
                <a:cs typeface="Calibri"/>
              </a:rPr>
              <a:t>Rosa Passaro</a:t>
            </a:r>
            <a:endParaRPr lang="en-US" sz="1100"/>
          </a:p>
        </p:txBody>
      </p:sp>
      <p:sp>
        <p:nvSpPr>
          <p:cNvPr id="357239744" name="Text 34"/>
          <p:cNvSpPr/>
          <p:nvPr/>
        </p:nvSpPr>
        <p:spPr bwMode="auto">
          <a:xfrm>
            <a:off x="228600" y="3721608"/>
            <a:ext cx="23774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  <a:defRPr/>
            </a:pPr>
            <a:r>
              <a:rPr lang="en-US" sz="1100">
                <a:solidFill>
                  <a:srgbClr val="8B949E"/>
                </a:solidFill>
                <a:latin typeface="Calibri"/>
                <a:ea typeface="Calibri"/>
                <a:cs typeface="Calibri"/>
              </a:rPr>
              <a:t>Omar Silano</a:t>
            </a:r>
            <a:endParaRPr lang="en-US" sz="1100"/>
          </a:p>
        </p:txBody>
      </p:sp>
      <p:sp>
        <p:nvSpPr>
          <p:cNvPr id="93795882" name="Text 35"/>
          <p:cNvSpPr/>
          <p:nvPr/>
        </p:nvSpPr>
        <p:spPr bwMode="auto">
          <a:xfrm>
            <a:off x="2697480" y="3721608"/>
            <a:ext cx="23774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  <a:defRPr/>
            </a:pPr>
            <a:r>
              <a:rPr lang="en-US" sz="1100">
                <a:solidFill>
                  <a:srgbClr val="8B949E"/>
                </a:solidFill>
                <a:latin typeface="Calibri"/>
                <a:ea typeface="Calibri"/>
                <a:cs typeface="Calibri"/>
              </a:rPr>
              <a:t>Giuseppe D. Robinia</a:t>
            </a:r>
            <a:endParaRPr lang="en-US" sz="1100"/>
          </a:p>
        </p:txBody>
      </p:sp>
      <p:sp>
        <p:nvSpPr>
          <p:cNvPr id="354584682" name="Text 36"/>
          <p:cNvSpPr/>
          <p:nvPr/>
        </p:nvSpPr>
        <p:spPr bwMode="auto">
          <a:xfrm>
            <a:off x="228600" y="4663440"/>
            <a:ext cx="5303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  <a:defRPr/>
            </a:pPr>
            <a:r>
              <a:rPr lang="en-US" sz="1000">
                <a:solidFill>
                  <a:srgbClr val="8B949E"/>
                </a:solidFill>
                <a:latin typeface="Calibri"/>
                <a:ea typeface="Calibri"/>
                <a:cs typeface="Calibri"/>
              </a:rPr>
              <a:t>Università degli Studi di Salerno  ·  A.A. 2025/2026</a:t>
            </a:r>
            <a:endParaRPr lang="en-US" sz="1000"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Slide 2">
    <p:bg>
      <p:bgPr shadeToTitle="0">
        <a:solidFill>
          <a:srgbClr val="F0F4F8"/>
        </a:solidFill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228795613" name="Shape 0"/>
          <p:cNvSpPr/>
          <p:nvPr/>
        </p:nvSpPr>
        <p:spPr bwMode="auto">
          <a:xfrm>
            <a:off x="0" y="0"/>
            <a:ext cx="9144000" cy="1005840"/>
          </a:xfrm>
          <a:prstGeom prst="rect">
            <a:avLst/>
          </a:prstGeom>
          <a:solidFill>
            <a:srgbClr val="0D1117"/>
          </a:solidFill>
          <a:ln w="12700">
            <a:solidFill>
              <a:srgbClr val="0D1117"/>
            </a:solidFill>
            <a:prstDash val="solid"/>
          </a:ln>
        </p:spPr>
      </p:sp>
      <p:sp>
        <p:nvSpPr>
          <p:cNvPr id="519608720" name="Text 1"/>
          <p:cNvSpPr/>
          <p:nvPr/>
        </p:nvSpPr>
        <p:spPr bwMode="auto">
          <a:xfrm>
            <a:off x="457200" y="0"/>
            <a:ext cx="822960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  <a:defRPr/>
            </a:pPr>
            <a:r>
              <a:rPr lang="en-US" sz="3200" b="1">
                <a:solidFill>
                  <a:srgbClr val="FFFFFF"/>
                </a:solidFill>
                <a:latin typeface="Trebuchet MS"/>
                <a:ea typeface="Trebuchet MS"/>
                <a:cs typeface="Trebuchet MS"/>
              </a:rPr>
              <a:t>AGENDA</a:t>
            </a:r>
            <a:endParaRPr lang="en-US" sz="3200"/>
          </a:p>
        </p:txBody>
      </p:sp>
      <p:sp>
        <p:nvSpPr>
          <p:cNvPr id="469395677" name="Shape 2"/>
          <p:cNvSpPr/>
          <p:nvPr/>
        </p:nvSpPr>
        <p:spPr bwMode="auto">
          <a:xfrm>
            <a:off x="0" y="1005840"/>
            <a:ext cx="9144000" cy="54864"/>
          </a:xfrm>
          <a:prstGeom prst="rect">
            <a:avLst/>
          </a:prstGeom>
          <a:solidFill>
            <a:srgbClr val="52B788"/>
          </a:solidFill>
          <a:ln w="12700">
            <a:solidFill>
              <a:srgbClr val="52B788"/>
            </a:solidFill>
            <a:prstDash val="solid"/>
          </a:ln>
        </p:spPr>
      </p:sp>
      <p:sp>
        <p:nvSpPr>
          <p:cNvPr id="508004918" name="Shape 3"/>
          <p:cNvSpPr/>
          <p:nvPr/>
        </p:nvSpPr>
        <p:spPr bwMode="auto">
          <a:xfrm>
            <a:off x="228600" y="1280160"/>
            <a:ext cx="2560320" cy="1554480"/>
          </a:xfrm>
          <a:prstGeom prst="rect">
            <a:avLst/>
          </a:prstGeom>
          <a:solidFill>
            <a:srgbClr val="FFFFFF"/>
          </a:solidFill>
          <a:ln w="12700">
            <a:solidFill>
              <a:srgbClr val="D1D9E0"/>
            </a:solidFill>
            <a:prstDash val="solid"/>
          </a:ln>
          <a:effectLst>
            <a:outerShdw blurRad="127000" dist="38100" dir="8100000" sx="100000" sy="100000" kx="0" ky="0" algn="bl" rotWithShape="0">
              <a:srgbClr val="000000">
                <a:alpha val="18000"/>
              </a:srgbClr>
            </a:outerShdw>
          </a:effectLst>
        </p:spPr>
      </p:sp>
      <p:sp>
        <p:nvSpPr>
          <p:cNvPr id="1550914696" name="Shape 4"/>
          <p:cNvSpPr/>
          <p:nvPr/>
        </p:nvSpPr>
        <p:spPr bwMode="auto">
          <a:xfrm>
            <a:off x="228600" y="1280160"/>
            <a:ext cx="2560320" cy="64008"/>
          </a:xfrm>
          <a:prstGeom prst="rect">
            <a:avLst/>
          </a:prstGeom>
          <a:solidFill>
            <a:srgbClr val="52B788"/>
          </a:solidFill>
          <a:ln w="12700">
            <a:solidFill>
              <a:srgbClr val="52B788"/>
            </a:solidFill>
            <a:prstDash val="solid"/>
          </a:ln>
        </p:spPr>
      </p:sp>
      <p:sp>
        <p:nvSpPr>
          <p:cNvPr id="1642029199" name="Text 5"/>
          <p:cNvSpPr/>
          <p:nvPr/>
        </p:nvSpPr>
        <p:spPr bwMode="auto">
          <a:xfrm>
            <a:off x="320040" y="1389888"/>
            <a:ext cx="7772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  <a:defRPr/>
            </a:pPr>
            <a:r>
              <a:rPr lang="en-US" sz="2000" b="1">
                <a:solidFill>
                  <a:srgbClr val="52B788"/>
                </a:solidFill>
                <a:latin typeface="Trebuchet MS"/>
                <a:ea typeface="Trebuchet MS"/>
                <a:cs typeface="Trebuchet MS"/>
              </a:rPr>
              <a:t>01</a:t>
            </a:r>
            <a:endParaRPr lang="en-US" sz="2000"/>
          </a:p>
        </p:txBody>
      </p:sp>
      <p:pic>
        <p:nvPicPr>
          <p:cNvPr id="1385554712" name="Image 0" descr="preencoded.png"/>
          <p:cNvPicPr>
            <a:picLocks noChangeAspect="1"/>
          </p:cNvPicPr>
          <p:nvPr/>
        </p:nvPicPr>
        <p:blipFill rotWithShape="1">
          <a:blip r:embed="rId3"/>
          <a:stretch/>
        </p:blipFill>
        <p:spPr bwMode="auto">
          <a:xfrm>
            <a:off x="2313432" y="1417320"/>
            <a:ext cx="320040" cy="320040"/>
          </a:xfrm>
          <a:prstGeom prst="rect">
            <a:avLst/>
          </a:prstGeom>
        </p:spPr>
      </p:pic>
      <p:sp>
        <p:nvSpPr>
          <p:cNvPr id="418375323" name="Text 6"/>
          <p:cNvSpPr/>
          <p:nvPr/>
        </p:nvSpPr>
        <p:spPr bwMode="auto">
          <a:xfrm>
            <a:off x="338328" y="1847088"/>
            <a:ext cx="2340864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  <a:defRPr/>
            </a:pPr>
            <a:r>
              <a:rPr lang="en-US" sz="1200" b="1">
                <a:solidFill>
                  <a:srgbClr val="1A1A2E"/>
                </a:solidFill>
                <a:latin typeface="Trebuchet MS"/>
                <a:ea typeface="Trebuchet MS"/>
                <a:cs typeface="Trebuchet MS"/>
              </a:rPr>
              <a:t>Planning &amp; Stack Tecnologico</a:t>
            </a:r>
            <a:endParaRPr lang="en-US" sz="1200"/>
          </a:p>
        </p:txBody>
      </p:sp>
      <p:sp>
        <p:nvSpPr>
          <p:cNvPr id="1325235063" name="Text 7"/>
          <p:cNvSpPr/>
          <p:nvPr/>
        </p:nvSpPr>
        <p:spPr bwMode="auto">
          <a:xfrm>
            <a:off x="338328" y="2377440"/>
            <a:ext cx="2340864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  <a:defRPr/>
            </a:pPr>
            <a:r>
              <a:rPr lang="en-US" sz="900">
                <a:solidFill>
                  <a:srgbClr val="8B949E"/>
                </a:solidFill>
                <a:latin typeface="Calibri"/>
                <a:ea typeface="Calibri"/>
                <a:cs typeface="Calibri"/>
              </a:rPr>
              <a:t>Java 21, JavaFX, JUnit, GitHub, Trello</a:t>
            </a:r>
            <a:endParaRPr lang="en-US" sz="900"/>
          </a:p>
        </p:txBody>
      </p:sp>
      <p:sp>
        <p:nvSpPr>
          <p:cNvPr id="1787201131" name="Shape 8"/>
          <p:cNvSpPr/>
          <p:nvPr/>
        </p:nvSpPr>
        <p:spPr bwMode="auto">
          <a:xfrm>
            <a:off x="3063240" y="1280160"/>
            <a:ext cx="2560320" cy="1554480"/>
          </a:xfrm>
          <a:prstGeom prst="rect">
            <a:avLst/>
          </a:prstGeom>
          <a:solidFill>
            <a:srgbClr val="FFFFFF"/>
          </a:solidFill>
          <a:ln w="12700">
            <a:solidFill>
              <a:srgbClr val="D1D9E0"/>
            </a:solidFill>
            <a:prstDash val="solid"/>
          </a:ln>
          <a:effectLst>
            <a:outerShdw blurRad="127000" dist="38100" dir="8100000" sx="100000" sy="100000" kx="0" ky="0" algn="bl" rotWithShape="0">
              <a:srgbClr val="000000">
                <a:alpha val="18000"/>
              </a:srgbClr>
            </a:outerShdw>
          </a:effectLst>
        </p:spPr>
      </p:sp>
      <p:sp>
        <p:nvSpPr>
          <p:cNvPr id="667201070" name="Shape 9"/>
          <p:cNvSpPr/>
          <p:nvPr/>
        </p:nvSpPr>
        <p:spPr bwMode="auto">
          <a:xfrm>
            <a:off x="3063240" y="1280160"/>
            <a:ext cx="2560320" cy="64008"/>
          </a:xfrm>
          <a:prstGeom prst="rect">
            <a:avLst/>
          </a:prstGeom>
          <a:solidFill>
            <a:srgbClr val="52B788"/>
          </a:solidFill>
          <a:ln w="12700">
            <a:solidFill>
              <a:srgbClr val="52B788"/>
            </a:solidFill>
            <a:prstDash val="solid"/>
          </a:ln>
        </p:spPr>
      </p:sp>
      <p:sp>
        <p:nvSpPr>
          <p:cNvPr id="1440254042" name="Text 10"/>
          <p:cNvSpPr/>
          <p:nvPr/>
        </p:nvSpPr>
        <p:spPr bwMode="auto">
          <a:xfrm>
            <a:off x="3154680" y="1389888"/>
            <a:ext cx="7772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  <a:defRPr/>
            </a:pPr>
            <a:r>
              <a:rPr lang="en-US" sz="2000" b="1">
                <a:solidFill>
                  <a:srgbClr val="52B788"/>
                </a:solidFill>
                <a:latin typeface="Trebuchet MS"/>
                <a:ea typeface="Trebuchet MS"/>
                <a:cs typeface="Trebuchet MS"/>
              </a:rPr>
              <a:t>02</a:t>
            </a:r>
            <a:endParaRPr lang="en-US" sz="2000"/>
          </a:p>
        </p:txBody>
      </p:sp>
      <p:pic>
        <p:nvPicPr>
          <p:cNvPr id="1013263928" name="Image 1" descr="preencoded.png"/>
          <p:cNvPicPr>
            <a:picLocks noChangeAspect="1"/>
          </p:cNvPicPr>
          <p:nvPr/>
        </p:nvPicPr>
        <p:blipFill rotWithShape="1">
          <a:blip r:embed="rId4"/>
          <a:stretch/>
        </p:blipFill>
        <p:spPr bwMode="auto">
          <a:xfrm>
            <a:off x="5148072" y="1417320"/>
            <a:ext cx="320040" cy="320040"/>
          </a:xfrm>
          <a:prstGeom prst="rect">
            <a:avLst/>
          </a:prstGeom>
        </p:spPr>
      </p:pic>
      <p:sp>
        <p:nvSpPr>
          <p:cNvPr id="1030471308" name="Text 11"/>
          <p:cNvSpPr/>
          <p:nvPr/>
        </p:nvSpPr>
        <p:spPr bwMode="auto">
          <a:xfrm>
            <a:off x="3172968" y="1847088"/>
            <a:ext cx="2340864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  <a:defRPr/>
            </a:pPr>
            <a:r>
              <a:rPr lang="it-IT" sz="1200" b="1">
                <a:solidFill>
                  <a:srgbClr val="1A1A2E"/>
                </a:solidFill>
                <a:latin typeface="Trebuchet MS"/>
                <a:ea typeface="Trebuchet MS"/>
                <a:cs typeface="Trebuchet MS"/>
              </a:rPr>
              <a:t>Architettura ad alto livello</a:t>
            </a:r>
            <a:endParaRPr lang="en-US" sz="1200"/>
          </a:p>
        </p:txBody>
      </p:sp>
      <p:sp>
        <p:nvSpPr>
          <p:cNvPr id="580997233" name="Text 12"/>
          <p:cNvSpPr/>
          <p:nvPr/>
        </p:nvSpPr>
        <p:spPr bwMode="auto">
          <a:xfrm>
            <a:off x="3172968" y="2377440"/>
            <a:ext cx="2340864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  <a:defRPr/>
            </a:pPr>
            <a:r>
              <a:rPr lang="it-IT" sz="900">
                <a:solidFill>
                  <a:srgbClr val="8B949E"/>
                </a:solidFill>
                <a:latin typeface="Calibri"/>
                <a:ea typeface="Calibri"/>
                <a:cs typeface="Calibri"/>
              </a:rPr>
              <a:t>Pattern Model View Controller</a:t>
            </a:r>
            <a:endParaRPr lang="en-US" sz="900"/>
          </a:p>
        </p:txBody>
      </p:sp>
      <p:sp>
        <p:nvSpPr>
          <p:cNvPr id="443882461" name="Shape 13"/>
          <p:cNvSpPr/>
          <p:nvPr/>
        </p:nvSpPr>
        <p:spPr bwMode="auto">
          <a:xfrm>
            <a:off x="5897880" y="1280160"/>
            <a:ext cx="2560320" cy="1554480"/>
          </a:xfrm>
          <a:prstGeom prst="rect">
            <a:avLst/>
          </a:prstGeom>
          <a:solidFill>
            <a:srgbClr val="FFFFFF"/>
          </a:solidFill>
          <a:ln w="12700">
            <a:solidFill>
              <a:srgbClr val="D1D9E0"/>
            </a:solidFill>
            <a:prstDash val="solid"/>
          </a:ln>
          <a:effectLst>
            <a:outerShdw blurRad="127000" dist="38100" dir="8100000" sx="100000" sy="100000" kx="0" ky="0" algn="bl" rotWithShape="0">
              <a:srgbClr val="000000">
                <a:alpha val="18000"/>
              </a:srgbClr>
            </a:outerShdw>
          </a:effectLst>
        </p:spPr>
      </p:sp>
      <p:sp>
        <p:nvSpPr>
          <p:cNvPr id="1491101861" name="Shape 14"/>
          <p:cNvSpPr/>
          <p:nvPr/>
        </p:nvSpPr>
        <p:spPr bwMode="auto">
          <a:xfrm>
            <a:off x="5897880" y="1280160"/>
            <a:ext cx="2560320" cy="64008"/>
          </a:xfrm>
          <a:prstGeom prst="rect">
            <a:avLst/>
          </a:prstGeom>
          <a:solidFill>
            <a:srgbClr val="52B788"/>
          </a:solidFill>
          <a:ln w="12700">
            <a:solidFill>
              <a:srgbClr val="52B788"/>
            </a:solidFill>
            <a:prstDash val="solid"/>
          </a:ln>
        </p:spPr>
      </p:sp>
      <p:sp>
        <p:nvSpPr>
          <p:cNvPr id="2071094318" name="Text 15"/>
          <p:cNvSpPr/>
          <p:nvPr/>
        </p:nvSpPr>
        <p:spPr bwMode="auto">
          <a:xfrm>
            <a:off x="5989320" y="1389888"/>
            <a:ext cx="7772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  <a:defRPr/>
            </a:pPr>
            <a:r>
              <a:rPr lang="en-US" sz="2000" b="1">
                <a:solidFill>
                  <a:srgbClr val="52B788"/>
                </a:solidFill>
                <a:latin typeface="Trebuchet MS"/>
                <a:ea typeface="Trebuchet MS"/>
                <a:cs typeface="Trebuchet MS"/>
              </a:rPr>
              <a:t>03</a:t>
            </a:r>
            <a:endParaRPr lang="en-US" sz="2000"/>
          </a:p>
        </p:txBody>
      </p:sp>
      <p:pic>
        <p:nvPicPr>
          <p:cNvPr id="2023817969" name="Image 2" descr="preencoded.png"/>
          <p:cNvPicPr>
            <a:picLocks noChangeAspect="1"/>
          </p:cNvPicPr>
          <p:nvPr/>
        </p:nvPicPr>
        <p:blipFill rotWithShape="1">
          <a:blip r:embed="rId5"/>
          <a:stretch/>
        </p:blipFill>
        <p:spPr bwMode="auto">
          <a:xfrm>
            <a:off x="7982712" y="1417320"/>
            <a:ext cx="320040" cy="320040"/>
          </a:xfrm>
          <a:prstGeom prst="rect">
            <a:avLst/>
          </a:prstGeom>
        </p:spPr>
      </p:pic>
      <p:sp>
        <p:nvSpPr>
          <p:cNvPr id="573095040" name="Text 16"/>
          <p:cNvSpPr/>
          <p:nvPr/>
        </p:nvSpPr>
        <p:spPr bwMode="auto">
          <a:xfrm>
            <a:off x="6007607" y="1847088"/>
            <a:ext cx="2340864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  <a:defRPr/>
            </a:pPr>
            <a:r>
              <a:rPr lang="en-US" sz="1200" b="1">
                <a:solidFill>
                  <a:srgbClr val="1A1A2E"/>
                </a:solidFill>
                <a:latin typeface="Trebuchet MS"/>
                <a:ea typeface="Trebuchet MS"/>
                <a:cs typeface="Trebuchet MS"/>
              </a:rPr>
              <a:t>Product Backlog</a:t>
            </a:r>
            <a:endParaRPr lang="en-US" sz="1200"/>
          </a:p>
        </p:txBody>
      </p:sp>
      <p:sp>
        <p:nvSpPr>
          <p:cNvPr id="734791515" name="Text 17"/>
          <p:cNvSpPr/>
          <p:nvPr/>
        </p:nvSpPr>
        <p:spPr bwMode="auto">
          <a:xfrm>
            <a:off x="6007607" y="2377440"/>
            <a:ext cx="2340864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  <a:defRPr/>
            </a:pPr>
            <a:r>
              <a:rPr lang="en-US" sz="900">
                <a:solidFill>
                  <a:srgbClr val="8B949E"/>
                </a:solidFill>
                <a:latin typeface="Calibri"/>
                <a:ea typeface="Calibri"/>
                <a:cs typeface="Calibri"/>
              </a:rPr>
              <a:t>28 User Stories · 81 Story Points · 3 Sprint</a:t>
            </a:r>
            <a:endParaRPr lang="en-US" sz="900"/>
          </a:p>
        </p:txBody>
      </p:sp>
      <p:sp>
        <p:nvSpPr>
          <p:cNvPr id="2048445887" name="Shape 18"/>
          <p:cNvSpPr/>
          <p:nvPr/>
        </p:nvSpPr>
        <p:spPr bwMode="auto">
          <a:xfrm>
            <a:off x="1645920" y="3108960"/>
            <a:ext cx="2560320" cy="1554480"/>
          </a:xfrm>
          <a:prstGeom prst="rect">
            <a:avLst/>
          </a:prstGeom>
          <a:solidFill>
            <a:srgbClr val="FFFFFF"/>
          </a:solidFill>
          <a:ln w="12700">
            <a:solidFill>
              <a:srgbClr val="D1D9E0"/>
            </a:solidFill>
            <a:prstDash val="solid"/>
          </a:ln>
          <a:effectLst>
            <a:outerShdw blurRad="127000" dist="38100" dir="8100000" sx="100000" sy="100000" kx="0" ky="0" algn="bl" rotWithShape="0">
              <a:srgbClr val="000000">
                <a:alpha val="18000"/>
              </a:srgbClr>
            </a:outerShdw>
          </a:effectLst>
        </p:spPr>
      </p:sp>
      <p:sp>
        <p:nvSpPr>
          <p:cNvPr id="1971546228" name="Shape 19"/>
          <p:cNvSpPr/>
          <p:nvPr/>
        </p:nvSpPr>
        <p:spPr bwMode="auto">
          <a:xfrm>
            <a:off x="1645920" y="3108960"/>
            <a:ext cx="2560320" cy="64008"/>
          </a:xfrm>
          <a:prstGeom prst="rect">
            <a:avLst/>
          </a:prstGeom>
          <a:solidFill>
            <a:srgbClr val="52B788"/>
          </a:solidFill>
          <a:ln w="12700">
            <a:solidFill>
              <a:srgbClr val="52B788"/>
            </a:solidFill>
            <a:prstDash val="solid"/>
          </a:ln>
        </p:spPr>
      </p:sp>
      <p:sp>
        <p:nvSpPr>
          <p:cNvPr id="1104948233" name="Text 20"/>
          <p:cNvSpPr/>
          <p:nvPr/>
        </p:nvSpPr>
        <p:spPr bwMode="auto">
          <a:xfrm>
            <a:off x="1737360" y="3218688"/>
            <a:ext cx="7772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  <a:defRPr/>
            </a:pPr>
            <a:r>
              <a:rPr lang="en-US" sz="2000" b="1">
                <a:solidFill>
                  <a:srgbClr val="52B788"/>
                </a:solidFill>
                <a:latin typeface="Trebuchet MS"/>
                <a:ea typeface="Trebuchet MS"/>
                <a:cs typeface="Trebuchet MS"/>
              </a:rPr>
              <a:t>04</a:t>
            </a:r>
            <a:endParaRPr lang="en-US" sz="2000"/>
          </a:p>
        </p:txBody>
      </p:sp>
      <p:pic>
        <p:nvPicPr>
          <p:cNvPr id="164794020" name="Image 3" descr="preencoded.png"/>
          <p:cNvPicPr>
            <a:picLocks noChangeAspect="1"/>
          </p:cNvPicPr>
          <p:nvPr/>
        </p:nvPicPr>
        <p:blipFill rotWithShape="1">
          <a:blip r:embed="rId6"/>
          <a:stretch/>
        </p:blipFill>
        <p:spPr bwMode="auto">
          <a:xfrm>
            <a:off x="3730752" y="3246120"/>
            <a:ext cx="320040" cy="320040"/>
          </a:xfrm>
          <a:prstGeom prst="rect">
            <a:avLst/>
          </a:prstGeom>
        </p:spPr>
      </p:pic>
      <p:sp>
        <p:nvSpPr>
          <p:cNvPr id="2016215232" name="Text 21"/>
          <p:cNvSpPr/>
          <p:nvPr/>
        </p:nvSpPr>
        <p:spPr bwMode="auto">
          <a:xfrm>
            <a:off x="1755648" y="3675888"/>
            <a:ext cx="2340864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  <a:defRPr/>
            </a:pPr>
            <a:r>
              <a:rPr lang="en-US" sz="1200" b="1">
                <a:solidFill>
                  <a:srgbClr val="1A1A2E"/>
                </a:solidFill>
                <a:latin typeface="Trebuchet MS"/>
                <a:ea typeface="Trebuchet MS"/>
                <a:cs typeface="Trebuchet MS"/>
              </a:rPr>
              <a:t>UI Mockup</a:t>
            </a:r>
            <a:endParaRPr lang="en-US" sz="1200"/>
          </a:p>
        </p:txBody>
      </p:sp>
      <p:sp>
        <p:nvSpPr>
          <p:cNvPr id="1261937414" name="Text 22"/>
          <p:cNvSpPr/>
          <p:nvPr/>
        </p:nvSpPr>
        <p:spPr bwMode="auto">
          <a:xfrm>
            <a:off x="1755648" y="4206240"/>
            <a:ext cx="2340864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  <a:defRPr/>
            </a:pPr>
            <a:r>
              <a:rPr lang="en-US" sz="900">
                <a:solidFill>
                  <a:srgbClr val="8B949E"/>
                </a:solidFill>
                <a:latin typeface="Calibri"/>
                <a:ea typeface="Calibri"/>
                <a:cs typeface="Calibri"/>
              </a:rPr>
              <a:t>High-Fidelity · Dark Theme · </a:t>
            </a:r>
            <a:r>
              <a:rPr lang="it-IT" sz="900">
                <a:solidFill>
                  <a:srgbClr val="8B949E"/>
                </a:solidFill>
                <a:latin typeface="Calibri"/>
                <a:ea typeface="Calibri"/>
                <a:cs typeface="Calibri"/>
              </a:rPr>
              <a:t>Figma e Canva, JavaFX</a:t>
            </a:r>
            <a:endParaRPr lang="en-US" sz="900"/>
          </a:p>
        </p:txBody>
      </p:sp>
      <p:sp>
        <p:nvSpPr>
          <p:cNvPr id="641003017" name="Shape 23"/>
          <p:cNvSpPr/>
          <p:nvPr/>
        </p:nvSpPr>
        <p:spPr bwMode="auto">
          <a:xfrm>
            <a:off x="4480560" y="3108960"/>
            <a:ext cx="2560320" cy="1554480"/>
          </a:xfrm>
          <a:prstGeom prst="rect">
            <a:avLst/>
          </a:prstGeom>
          <a:solidFill>
            <a:srgbClr val="FFFFFF"/>
          </a:solidFill>
          <a:ln w="12700">
            <a:solidFill>
              <a:srgbClr val="D1D9E0"/>
            </a:solidFill>
            <a:prstDash val="solid"/>
          </a:ln>
          <a:effectLst>
            <a:outerShdw blurRad="127000" dist="38100" dir="8100000" sx="100000" sy="100000" kx="0" ky="0" algn="bl" rotWithShape="0">
              <a:srgbClr val="000000">
                <a:alpha val="18000"/>
              </a:srgbClr>
            </a:outerShdw>
          </a:effectLst>
        </p:spPr>
      </p:sp>
      <p:sp>
        <p:nvSpPr>
          <p:cNvPr id="108365574" name="Shape 24"/>
          <p:cNvSpPr/>
          <p:nvPr/>
        </p:nvSpPr>
        <p:spPr bwMode="auto">
          <a:xfrm>
            <a:off x="4480560" y="3108960"/>
            <a:ext cx="2560320" cy="64008"/>
          </a:xfrm>
          <a:prstGeom prst="rect">
            <a:avLst/>
          </a:prstGeom>
          <a:solidFill>
            <a:srgbClr val="52B788"/>
          </a:solidFill>
          <a:ln w="12700">
            <a:solidFill>
              <a:srgbClr val="52B788"/>
            </a:solidFill>
            <a:prstDash val="solid"/>
          </a:ln>
        </p:spPr>
      </p:sp>
      <p:sp>
        <p:nvSpPr>
          <p:cNvPr id="1300616207" name="Text 25"/>
          <p:cNvSpPr/>
          <p:nvPr/>
        </p:nvSpPr>
        <p:spPr bwMode="auto">
          <a:xfrm>
            <a:off x="4572000" y="3218688"/>
            <a:ext cx="7772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  <a:defRPr/>
            </a:pPr>
            <a:r>
              <a:rPr lang="en-US" sz="2000" b="1">
                <a:solidFill>
                  <a:srgbClr val="52B788"/>
                </a:solidFill>
                <a:latin typeface="Trebuchet MS"/>
                <a:ea typeface="Trebuchet MS"/>
                <a:cs typeface="Trebuchet MS"/>
              </a:rPr>
              <a:t>05</a:t>
            </a:r>
            <a:endParaRPr lang="en-US" sz="2000"/>
          </a:p>
        </p:txBody>
      </p:sp>
      <p:pic>
        <p:nvPicPr>
          <p:cNvPr id="2030067838" name="Image 4" descr="preencoded.png"/>
          <p:cNvPicPr>
            <a:picLocks noChangeAspect="1"/>
          </p:cNvPicPr>
          <p:nvPr/>
        </p:nvPicPr>
        <p:blipFill rotWithShape="1">
          <a:blip r:embed="rId7"/>
          <a:stretch/>
        </p:blipFill>
        <p:spPr bwMode="auto">
          <a:xfrm>
            <a:off x="6565392" y="3246120"/>
            <a:ext cx="320040" cy="320040"/>
          </a:xfrm>
          <a:prstGeom prst="rect">
            <a:avLst/>
          </a:prstGeom>
        </p:spPr>
      </p:pic>
      <p:sp>
        <p:nvSpPr>
          <p:cNvPr id="2023254276" name="Text 26"/>
          <p:cNvSpPr/>
          <p:nvPr/>
        </p:nvSpPr>
        <p:spPr bwMode="auto">
          <a:xfrm>
            <a:off x="4590288" y="3675888"/>
            <a:ext cx="2340864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  <a:defRPr/>
            </a:pPr>
            <a:r>
              <a:rPr lang="en-US" sz="1200" b="1">
                <a:solidFill>
                  <a:srgbClr val="1A1A2E"/>
                </a:solidFill>
                <a:latin typeface="Trebuchet MS"/>
                <a:ea typeface="Trebuchet MS"/>
                <a:cs typeface="Trebuchet MS"/>
              </a:rPr>
              <a:t>Definition of Done &amp; Sprint 1</a:t>
            </a:r>
            <a:endParaRPr lang="en-US" sz="1200"/>
          </a:p>
        </p:txBody>
      </p:sp>
      <p:sp>
        <p:nvSpPr>
          <p:cNvPr id="795238892" name="Text 27"/>
          <p:cNvSpPr/>
          <p:nvPr/>
        </p:nvSpPr>
        <p:spPr bwMode="auto">
          <a:xfrm>
            <a:off x="4590288" y="4206240"/>
            <a:ext cx="2340864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  <a:defRPr/>
            </a:pPr>
            <a:r>
              <a:rPr lang="en-US" sz="900">
                <a:solidFill>
                  <a:srgbClr val="8B949E"/>
                </a:solidFill>
                <a:latin typeface="Calibri"/>
                <a:ea typeface="Calibri"/>
                <a:cs typeface="Calibri"/>
              </a:rPr>
              <a:t>12 User Stories · 27 Story Points</a:t>
            </a:r>
            <a:endParaRPr lang="en-US" sz="900"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Slide 3">
    <p:bg>
      <p:bgPr shadeToTitle="0">
        <a:solidFill>
          <a:srgbClr val="F0F4F8"/>
        </a:solidFill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424320972" name="Shape 0"/>
          <p:cNvSpPr/>
          <p:nvPr/>
        </p:nvSpPr>
        <p:spPr bwMode="auto">
          <a:xfrm>
            <a:off x="0" y="0"/>
            <a:ext cx="9144000" cy="1005840"/>
          </a:xfrm>
          <a:prstGeom prst="rect">
            <a:avLst/>
          </a:prstGeom>
          <a:solidFill>
            <a:srgbClr val="0D1117"/>
          </a:solidFill>
          <a:ln w="12700">
            <a:solidFill>
              <a:srgbClr val="0D1117"/>
            </a:solidFill>
            <a:prstDash val="solid"/>
          </a:ln>
        </p:spPr>
      </p:sp>
      <p:sp>
        <p:nvSpPr>
          <p:cNvPr id="1237529765" name="Text 1"/>
          <p:cNvSpPr/>
          <p:nvPr/>
        </p:nvSpPr>
        <p:spPr bwMode="auto">
          <a:xfrm>
            <a:off x="457200" y="0"/>
            <a:ext cx="822960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  <a:defRPr/>
            </a:pPr>
            <a:r>
              <a:rPr lang="en-US" sz="2600" b="1">
                <a:solidFill>
                  <a:srgbClr val="FFFFFF"/>
                </a:solidFill>
                <a:latin typeface="Trebuchet MS"/>
                <a:ea typeface="Trebuchet MS"/>
                <a:cs typeface="Trebuchet MS"/>
              </a:rPr>
              <a:t>PLANNING &amp; STACK TECNOLOGICO</a:t>
            </a:r>
            <a:endParaRPr lang="en-US" sz="2600"/>
          </a:p>
        </p:txBody>
      </p:sp>
      <p:sp>
        <p:nvSpPr>
          <p:cNvPr id="1702327902" name="Shape 2"/>
          <p:cNvSpPr/>
          <p:nvPr/>
        </p:nvSpPr>
        <p:spPr bwMode="auto">
          <a:xfrm>
            <a:off x="0" y="1005840"/>
            <a:ext cx="9144000" cy="54864"/>
          </a:xfrm>
          <a:prstGeom prst="rect">
            <a:avLst/>
          </a:prstGeom>
          <a:solidFill>
            <a:srgbClr val="52B788"/>
          </a:solidFill>
          <a:ln w="12700">
            <a:solidFill>
              <a:srgbClr val="52B788"/>
            </a:solidFill>
            <a:prstDash val="solid"/>
          </a:ln>
        </p:spPr>
      </p:sp>
      <p:sp>
        <p:nvSpPr>
          <p:cNvPr id="1398124535" name="Text 3"/>
          <p:cNvSpPr/>
          <p:nvPr/>
        </p:nvSpPr>
        <p:spPr bwMode="auto">
          <a:xfrm>
            <a:off x="320040" y="1234440"/>
            <a:ext cx="41148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  <a:defRPr/>
            </a:pPr>
            <a:r>
              <a:rPr lang="en-US" sz="1600" b="1">
                <a:solidFill>
                  <a:srgbClr val="1A1A2E"/>
                </a:solidFill>
                <a:latin typeface="Trebuchet MS"/>
                <a:ea typeface="Trebuchet MS"/>
                <a:cs typeface="Trebuchet MS"/>
              </a:rPr>
              <a:t>Stack Tecnologico</a:t>
            </a:r>
            <a:endParaRPr lang="en-US" sz="1600"/>
          </a:p>
        </p:txBody>
      </p:sp>
      <p:sp>
        <p:nvSpPr>
          <p:cNvPr id="1296346031" name="Shape 4"/>
          <p:cNvSpPr/>
          <p:nvPr/>
        </p:nvSpPr>
        <p:spPr bwMode="auto">
          <a:xfrm>
            <a:off x="320040" y="1737360"/>
            <a:ext cx="4114800" cy="685800"/>
          </a:xfrm>
          <a:prstGeom prst="rect">
            <a:avLst/>
          </a:prstGeom>
          <a:solidFill>
            <a:srgbClr val="FFFFFF"/>
          </a:solidFill>
          <a:ln w="12700">
            <a:solidFill>
              <a:srgbClr val="D1D9E0"/>
            </a:solidFill>
            <a:prstDash val="solid"/>
          </a:ln>
          <a:effectLst>
            <a:outerShdw blurRad="127000" dist="38100" dir="8100000" sx="100000" sy="100000" kx="0" ky="0" algn="bl" rotWithShape="0">
              <a:srgbClr val="000000">
                <a:alpha val="18000"/>
              </a:srgbClr>
            </a:outerShdw>
          </a:effectLst>
        </p:spPr>
      </p:sp>
      <p:sp>
        <p:nvSpPr>
          <p:cNvPr id="1756413083" name="Shape 5"/>
          <p:cNvSpPr/>
          <p:nvPr/>
        </p:nvSpPr>
        <p:spPr bwMode="auto">
          <a:xfrm>
            <a:off x="320040" y="1737360"/>
            <a:ext cx="73152" cy="685800"/>
          </a:xfrm>
          <a:prstGeom prst="rect">
            <a:avLst/>
          </a:prstGeom>
          <a:solidFill>
            <a:srgbClr val="52B788"/>
          </a:solidFill>
          <a:ln w="12700">
            <a:solidFill>
              <a:srgbClr val="52B788"/>
            </a:solidFill>
            <a:prstDash val="solid"/>
          </a:ln>
        </p:spPr>
      </p:sp>
      <p:sp>
        <p:nvSpPr>
          <p:cNvPr id="1877791934" name="Text 6"/>
          <p:cNvSpPr/>
          <p:nvPr/>
        </p:nvSpPr>
        <p:spPr bwMode="auto">
          <a:xfrm>
            <a:off x="502920" y="1801367"/>
            <a:ext cx="38404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  <a:defRPr/>
            </a:pPr>
            <a:r>
              <a:rPr lang="en-US" sz="1300" b="1">
                <a:solidFill>
                  <a:srgbClr val="1A1A2E"/>
                </a:solidFill>
                <a:latin typeface="Trebuchet MS"/>
                <a:ea typeface="Trebuchet MS"/>
                <a:cs typeface="Trebuchet MS"/>
              </a:rPr>
              <a:t>Java JDK 21</a:t>
            </a:r>
            <a:endParaRPr lang="en-US" sz="1300"/>
          </a:p>
        </p:txBody>
      </p:sp>
      <p:sp>
        <p:nvSpPr>
          <p:cNvPr id="1452592841" name="Text 7"/>
          <p:cNvSpPr/>
          <p:nvPr/>
        </p:nvSpPr>
        <p:spPr bwMode="auto">
          <a:xfrm>
            <a:off x="502920" y="2057400"/>
            <a:ext cx="38404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  <a:defRPr/>
            </a:pPr>
            <a:r>
              <a:rPr lang="en-US" sz="1000">
                <a:solidFill>
                  <a:srgbClr val="8B949E"/>
                </a:solidFill>
                <a:latin typeface="Calibri"/>
                <a:ea typeface="Calibri"/>
                <a:cs typeface="Calibri"/>
              </a:rPr>
              <a:t>Linguaggio OOP – core dell'applicazione</a:t>
            </a:r>
            <a:endParaRPr lang="en-US" sz="1000"/>
          </a:p>
        </p:txBody>
      </p:sp>
      <p:sp>
        <p:nvSpPr>
          <p:cNvPr id="385712743" name="Shape 8"/>
          <p:cNvSpPr/>
          <p:nvPr/>
        </p:nvSpPr>
        <p:spPr bwMode="auto">
          <a:xfrm>
            <a:off x="320040" y="2560320"/>
            <a:ext cx="4114800" cy="685800"/>
          </a:xfrm>
          <a:prstGeom prst="rect">
            <a:avLst/>
          </a:prstGeom>
          <a:solidFill>
            <a:srgbClr val="FFFFFF"/>
          </a:solidFill>
          <a:ln w="12700">
            <a:solidFill>
              <a:srgbClr val="D1D9E0"/>
            </a:solidFill>
            <a:prstDash val="solid"/>
          </a:ln>
          <a:effectLst>
            <a:outerShdw blurRad="127000" dist="38100" dir="8100000" sx="100000" sy="100000" kx="0" ky="0" algn="bl" rotWithShape="0">
              <a:srgbClr val="000000">
                <a:alpha val="18000"/>
              </a:srgbClr>
            </a:outerShdw>
          </a:effectLst>
        </p:spPr>
      </p:sp>
      <p:sp>
        <p:nvSpPr>
          <p:cNvPr id="656827748" name="Shape 9"/>
          <p:cNvSpPr/>
          <p:nvPr/>
        </p:nvSpPr>
        <p:spPr bwMode="auto">
          <a:xfrm>
            <a:off x="320040" y="2560320"/>
            <a:ext cx="73152" cy="685800"/>
          </a:xfrm>
          <a:prstGeom prst="rect">
            <a:avLst/>
          </a:prstGeom>
          <a:solidFill>
            <a:srgbClr val="52B788"/>
          </a:solidFill>
          <a:ln w="12700">
            <a:solidFill>
              <a:srgbClr val="52B788"/>
            </a:solidFill>
            <a:prstDash val="solid"/>
          </a:ln>
        </p:spPr>
      </p:sp>
      <p:sp>
        <p:nvSpPr>
          <p:cNvPr id="281607145" name="Text 10"/>
          <p:cNvSpPr/>
          <p:nvPr/>
        </p:nvSpPr>
        <p:spPr bwMode="auto">
          <a:xfrm>
            <a:off x="502920" y="2624328"/>
            <a:ext cx="38404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  <a:defRPr/>
            </a:pPr>
            <a:r>
              <a:rPr lang="en-US" sz="1300" b="1">
                <a:solidFill>
                  <a:srgbClr val="1A1A2E"/>
                </a:solidFill>
                <a:latin typeface="Trebuchet MS"/>
                <a:ea typeface="Trebuchet MS"/>
                <a:cs typeface="Trebuchet MS"/>
              </a:rPr>
              <a:t>JavaFX 21.0.1</a:t>
            </a:r>
            <a:endParaRPr lang="en-US" sz="1300"/>
          </a:p>
        </p:txBody>
      </p:sp>
      <p:sp>
        <p:nvSpPr>
          <p:cNvPr id="546740111" name="Text 11"/>
          <p:cNvSpPr/>
          <p:nvPr/>
        </p:nvSpPr>
        <p:spPr bwMode="auto">
          <a:xfrm>
            <a:off x="502920" y="2880360"/>
            <a:ext cx="38404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  <a:defRPr/>
            </a:pPr>
            <a:r>
              <a:rPr lang="en-US" sz="1000">
                <a:solidFill>
                  <a:srgbClr val="8B949E"/>
                </a:solidFill>
                <a:latin typeface="Calibri"/>
                <a:ea typeface="Calibri"/>
                <a:cs typeface="Calibri"/>
              </a:rPr>
              <a:t>GUI framework per il livello View (FXML)</a:t>
            </a:r>
            <a:endParaRPr lang="en-US" sz="1000"/>
          </a:p>
        </p:txBody>
      </p:sp>
      <p:sp>
        <p:nvSpPr>
          <p:cNvPr id="1980446397" name="Shape 12"/>
          <p:cNvSpPr/>
          <p:nvPr/>
        </p:nvSpPr>
        <p:spPr bwMode="auto">
          <a:xfrm>
            <a:off x="320040" y="3383280"/>
            <a:ext cx="4114800" cy="685800"/>
          </a:xfrm>
          <a:prstGeom prst="rect">
            <a:avLst/>
          </a:prstGeom>
          <a:solidFill>
            <a:srgbClr val="FFFFFF"/>
          </a:solidFill>
          <a:ln w="12700">
            <a:solidFill>
              <a:srgbClr val="D1D9E0"/>
            </a:solidFill>
            <a:prstDash val="solid"/>
          </a:ln>
          <a:effectLst>
            <a:outerShdw blurRad="127000" dist="38100" dir="8100000" sx="100000" sy="100000" kx="0" ky="0" algn="bl" rotWithShape="0">
              <a:srgbClr val="000000">
                <a:alpha val="18000"/>
              </a:srgbClr>
            </a:outerShdw>
          </a:effectLst>
        </p:spPr>
      </p:sp>
      <p:sp>
        <p:nvSpPr>
          <p:cNvPr id="882713795" name="Shape 13"/>
          <p:cNvSpPr/>
          <p:nvPr/>
        </p:nvSpPr>
        <p:spPr bwMode="auto">
          <a:xfrm>
            <a:off x="320040" y="3383280"/>
            <a:ext cx="73152" cy="685800"/>
          </a:xfrm>
          <a:prstGeom prst="rect">
            <a:avLst/>
          </a:prstGeom>
          <a:solidFill>
            <a:srgbClr val="52B788"/>
          </a:solidFill>
          <a:ln w="12700">
            <a:solidFill>
              <a:srgbClr val="52B788"/>
            </a:solidFill>
            <a:prstDash val="solid"/>
          </a:ln>
        </p:spPr>
      </p:sp>
      <p:sp>
        <p:nvSpPr>
          <p:cNvPr id="1968140194" name="Text 14"/>
          <p:cNvSpPr/>
          <p:nvPr/>
        </p:nvSpPr>
        <p:spPr bwMode="auto">
          <a:xfrm>
            <a:off x="502920" y="3447288"/>
            <a:ext cx="38404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  <a:defRPr/>
            </a:pPr>
            <a:r>
              <a:rPr lang="en-US" sz="1300" b="1">
                <a:solidFill>
                  <a:srgbClr val="1A1A2E"/>
                </a:solidFill>
                <a:latin typeface="Trebuchet MS"/>
                <a:ea typeface="Trebuchet MS"/>
                <a:cs typeface="Trebuchet MS"/>
              </a:rPr>
              <a:t>JUnit</a:t>
            </a:r>
            <a:endParaRPr lang="en-US" sz="1300"/>
          </a:p>
        </p:txBody>
      </p:sp>
      <p:sp>
        <p:nvSpPr>
          <p:cNvPr id="727315077" name="Text 15"/>
          <p:cNvSpPr/>
          <p:nvPr/>
        </p:nvSpPr>
        <p:spPr bwMode="auto">
          <a:xfrm>
            <a:off x="502920" y="3703320"/>
            <a:ext cx="38404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  <a:defRPr/>
            </a:pPr>
            <a:r>
              <a:rPr lang="en-US" sz="1000">
                <a:solidFill>
                  <a:srgbClr val="8B949E"/>
                </a:solidFill>
                <a:latin typeface="Calibri"/>
                <a:ea typeface="Calibri"/>
                <a:cs typeface="Calibri"/>
              </a:rPr>
              <a:t>Unit testing automatizzato</a:t>
            </a:r>
            <a:endParaRPr lang="en-US" sz="1000"/>
          </a:p>
        </p:txBody>
      </p:sp>
      <p:sp>
        <p:nvSpPr>
          <p:cNvPr id="157574866" name="Text 16"/>
          <p:cNvSpPr/>
          <p:nvPr/>
        </p:nvSpPr>
        <p:spPr bwMode="auto">
          <a:xfrm>
            <a:off x="4846320" y="1234440"/>
            <a:ext cx="39319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  <a:defRPr/>
            </a:pPr>
            <a:r>
              <a:rPr lang="en-US" sz="1600" b="1">
                <a:solidFill>
                  <a:srgbClr val="1A1A2E"/>
                </a:solidFill>
                <a:latin typeface="Trebuchet MS"/>
                <a:ea typeface="Trebuchet MS"/>
                <a:cs typeface="Trebuchet MS"/>
              </a:rPr>
              <a:t>Strumenti &amp; Convenzioni</a:t>
            </a:r>
            <a:endParaRPr lang="en-US" sz="1600"/>
          </a:p>
        </p:txBody>
      </p:sp>
      <p:sp>
        <p:nvSpPr>
          <p:cNvPr id="2056946371" name="Shape 17"/>
          <p:cNvSpPr/>
          <p:nvPr/>
        </p:nvSpPr>
        <p:spPr bwMode="auto">
          <a:xfrm>
            <a:off x="4846320" y="1737360"/>
            <a:ext cx="3931920" cy="685800"/>
          </a:xfrm>
          <a:prstGeom prst="rect">
            <a:avLst/>
          </a:prstGeom>
          <a:solidFill>
            <a:srgbClr val="FFFFFF"/>
          </a:solidFill>
          <a:ln w="12700">
            <a:solidFill>
              <a:srgbClr val="D1D9E0"/>
            </a:solidFill>
            <a:prstDash val="solid"/>
          </a:ln>
          <a:effectLst>
            <a:outerShdw blurRad="127000" dist="38100" dir="8100000" sx="100000" sy="100000" kx="0" ky="0" algn="bl" rotWithShape="0">
              <a:srgbClr val="000000">
                <a:alpha val="18000"/>
              </a:srgbClr>
            </a:outerShdw>
          </a:effectLst>
        </p:spPr>
      </p:sp>
      <p:sp>
        <p:nvSpPr>
          <p:cNvPr id="966457225" name="Shape 18"/>
          <p:cNvSpPr/>
          <p:nvPr/>
        </p:nvSpPr>
        <p:spPr bwMode="auto">
          <a:xfrm>
            <a:off x="4846320" y="1737360"/>
            <a:ext cx="73152" cy="685800"/>
          </a:xfrm>
          <a:prstGeom prst="rect">
            <a:avLst/>
          </a:prstGeom>
          <a:solidFill>
            <a:srgbClr val="40916C"/>
          </a:solidFill>
          <a:ln w="12700">
            <a:solidFill>
              <a:srgbClr val="40916C"/>
            </a:solidFill>
            <a:prstDash val="solid"/>
          </a:ln>
        </p:spPr>
      </p:sp>
      <p:sp>
        <p:nvSpPr>
          <p:cNvPr id="1073383551" name="Text 19"/>
          <p:cNvSpPr/>
          <p:nvPr/>
        </p:nvSpPr>
        <p:spPr bwMode="auto">
          <a:xfrm>
            <a:off x="5029200" y="1801367"/>
            <a:ext cx="3657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  <a:defRPr/>
            </a:pPr>
            <a:r>
              <a:rPr lang="en-US" sz="1300" b="1">
                <a:solidFill>
                  <a:srgbClr val="1A1A2E"/>
                </a:solidFill>
                <a:latin typeface="Trebuchet MS"/>
                <a:ea typeface="Trebuchet MS"/>
                <a:cs typeface="Trebuchet MS"/>
              </a:rPr>
              <a:t>GitHub</a:t>
            </a:r>
            <a:endParaRPr lang="en-US" sz="1300"/>
          </a:p>
        </p:txBody>
      </p:sp>
      <p:sp>
        <p:nvSpPr>
          <p:cNvPr id="689601320" name="Text 20"/>
          <p:cNvSpPr/>
          <p:nvPr/>
        </p:nvSpPr>
        <p:spPr bwMode="auto">
          <a:xfrm>
            <a:off x="5029200" y="2057400"/>
            <a:ext cx="36576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  <a:defRPr/>
            </a:pPr>
            <a:r>
              <a:rPr lang="en-US" sz="1000">
                <a:solidFill>
                  <a:srgbClr val="8B949E"/>
                </a:solidFill>
                <a:latin typeface="Calibri"/>
                <a:ea typeface="Calibri"/>
                <a:cs typeface="Calibri"/>
              </a:rPr>
              <a:t>Versionamento codice e documentazione</a:t>
            </a:r>
            <a:endParaRPr lang="en-US" sz="1000"/>
          </a:p>
        </p:txBody>
      </p:sp>
      <p:sp>
        <p:nvSpPr>
          <p:cNvPr id="407871622" name="Shape 21"/>
          <p:cNvSpPr/>
          <p:nvPr/>
        </p:nvSpPr>
        <p:spPr bwMode="auto">
          <a:xfrm>
            <a:off x="4846320" y="2560320"/>
            <a:ext cx="3931920" cy="685800"/>
          </a:xfrm>
          <a:prstGeom prst="rect">
            <a:avLst/>
          </a:prstGeom>
          <a:solidFill>
            <a:srgbClr val="FFFFFF"/>
          </a:solidFill>
          <a:ln w="12700">
            <a:solidFill>
              <a:srgbClr val="D1D9E0"/>
            </a:solidFill>
            <a:prstDash val="solid"/>
          </a:ln>
          <a:effectLst>
            <a:outerShdw blurRad="127000" dist="38100" dir="8100000" sx="100000" sy="100000" kx="0" ky="0" algn="bl" rotWithShape="0">
              <a:srgbClr val="000000">
                <a:alpha val="18000"/>
              </a:srgbClr>
            </a:outerShdw>
          </a:effectLst>
        </p:spPr>
      </p:sp>
      <p:sp>
        <p:nvSpPr>
          <p:cNvPr id="1716723420" name="Shape 22"/>
          <p:cNvSpPr/>
          <p:nvPr/>
        </p:nvSpPr>
        <p:spPr bwMode="auto">
          <a:xfrm>
            <a:off x="4846320" y="2560320"/>
            <a:ext cx="73152" cy="685800"/>
          </a:xfrm>
          <a:prstGeom prst="rect">
            <a:avLst/>
          </a:prstGeom>
          <a:solidFill>
            <a:srgbClr val="40916C"/>
          </a:solidFill>
          <a:ln w="12700">
            <a:solidFill>
              <a:srgbClr val="40916C"/>
            </a:solidFill>
            <a:prstDash val="solid"/>
          </a:ln>
        </p:spPr>
      </p:sp>
      <p:sp>
        <p:nvSpPr>
          <p:cNvPr id="300613450" name="Text 23"/>
          <p:cNvSpPr/>
          <p:nvPr/>
        </p:nvSpPr>
        <p:spPr bwMode="auto">
          <a:xfrm>
            <a:off x="5029200" y="2624328"/>
            <a:ext cx="3657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  <a:defRPr/>
            </a:pPr>
            <a:r>
              <a:rPr lang="en-US" sz="1300" b="1">
                <a:solidFill>
                  <a:srgbClr val="1A1A2E"/>
                </a:solidFill>
                <a:latin typeface="Trebuchet MS"/>
                <a:ea typeface="Trebuchet MS"/>
                <a:cs typeface="Trebuchet MS"/>
              </a:rPr>
              <a:t>Trello</a:t>
            </a:r>
            <a:endParaRPr lang="en-US" sz="1300"/>
          </a:p>
        </p:txBody>
      </p:sp>
      <p:sp>
        <p:nvSpPr>
          <p:cNvPr id="1995510634" name="Text 24"/>
          <p:cNvSpPr/>
          <p:nvPr/>
        </p:nvSpPr>
        <p:spPr bwMode="auto">
          <a:xfrm>
            <a:off x="5029200" y="2880360"/>
            <a:ext cx="36576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  <a:defRPr/>
            </a:pPr>
            <a:r>
              <a:rPr lang="en-US" sz="1000">
                <a:solidFill>
                  <a:srgbClr val="8B949E"/>
                </a:solidFill>
                <a:latin typeface="Calibri"/>
                <a:ea typeface="Calibri"/>
                <a:cs typeface="Calibri"/>
              </a:rPr>
              <a:t>Gestione backlog e monitoraggio avanzamento</a:t>
            </a:r>
            <a:endParaRPr lang="en-US" sz="1000"/>
          </a:p>
        </p:txBody>
      </p:sp>
      <p:sp>
        <p:nvSpPr>
          <p:cNvPr id="758629122" name="Shape 25"/>
          <p:cNvSpPr/>
          <p:nvPr/>
        </p:nvSpPr>
        <p:spPr bwMode="auto">
          <a:xfrm>
            <a:off x="4846320" y="3383280"/>
            <a:ext cx="3931920" cy="1463040"/>
          </a:xfrm>
          <a:prstGeom prst="rect">
            <a:avLst/>
          </a:prstGeom>
          <a:solidFill>
            <a:srgbClr val="1B4332"/>
          </a:solidFill>
          <a:ln w="12700">
            <a:solidFill>
              <a:srgbClr val="2D6A4F"/>
            </a:solidFill>
            <a:prstDash val="solid"/>
          </a:ln>
          <a:effectLst>
            <a:outerShdw blurRad="127000" dist="38100" dir="8100000" sx="100000" sy="100000" kx="0" ky="0" algn="bl" rotWithShape="0">
              <a:srgbClr val="000000">
                <a:alpha val="18000"/>
              </a:srgbClr>
            </a:outerShdw>
          </a:effectLst>
        </p:spPr>
      </p:sp>
      <p:sp>
        <p:nvSpPr>
          <p:cNvPr id="1145572078" name="Text 26"/>
          <p:cNvSpPr/>
          <p:nvPr/>
        </p:nvSpPr>
        <p:spPr bwMode="auto">
          <a:xfrm>
            <a:off x="5029200" y="3474720"/>
            <a:ext cx="35661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  <a:defRPr/>
            </a:pPr>
            <a:r>
              <a:rPr lang="en-US" sz="1300" b="1">
                <a:solidFill>
                  <a:srgbClr val="B7E4C7"/>
                </a:solidFill>
                <a:latin typeface="Trebuchet MS"/>
                <a:ea typeface="Trebuchet MS"/>
                <a:cs typeface="Trebuchet MS"/>
              </a:rPr>
              <a:t>Convenzioni</a:t>
            </a:r>
            <a:endParaRPr lang="en-US" sz="1300"/>
          </a:p>
        </p:txBody>
      </p:sp>
      <p:sp>
        <p:nvSpPr>
          <p:cNvPr id="392056907" name="Text 27"/>
          <p:cNvSpPr/>
          <p:nvPr/>
        </p:nvSpPr>
        <p:spPr bwMode="auto">
          <a:xfrm>
            <a:off x="5029200" y="3840480"/>
            <a:ext cx="356616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  <a:defRPr/>
            </a:pPr>
            <a:r>
              <a:rPr lang="en-US" sz="950">
                <a:solidFill>
                  <a:srgbClr val="E6EDF3"/>
                </a:solidFill>
                <a:latin typeface="Calibri"/>
                <a:ea typeface="Calibri"/>
                <a:cs typeface="Calibri"/>
              </a:rPr>
              <a:t>›  CamelCase – nomenclatura codice</a:t>
            </a:r>
            <a:endParaRPr lang="en-US" sz="950"/>
          </a:p>
        </p:txBody>
      </p:sp>
      <p:sp>
        <p:nvSpPr>
          <p:cNvPr id="926900997" name="Text 28"/>
          <p:cNvSpPr/>
          <p:nvPr/>
        </p:nvSpPr>
        <p:spPr bwMode="auto">
          <a:xfrm>
            <a:off x="5029200" y="4078224"/>
            <a:ext cx="356616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  <a:defRPr/>
            </a:pPr>
            <a:r>
              <a:rPr lang="en-US" sz="950">
                <a:solidFill>
                  <a:srgbClr val="E6EDF3"/>
                </a:solidFill>
                <a:latin typeface="Calibri"/>
                <a:ea typeface="Calibri"/>
                <a:cs typeface="Calibri"/>
              </a:rPr>
              <a:t>›  Lingua inglese – codice e documentazione</a:t>
            </a:r>
            <a:r>
              <a:rPr lang="it-IT" sz="950">
                <a:solidFill>
                  <a:srgbClr val="E6EDF3"/>
                </a:solidFill>
                <a:latin typeface="Calibri"/>
                <a:ea typeface="Calibri"/>
                <a:cs typeface="Calibri"/>
              </a:rPr>
              <a:t> Javadoc</a:t>
            </a:r>
            <a:endParaRPr lang="en-US" sz="950"/>
          </a:p>
        </p:txBody>
      </p:sp>
      <p:sp>
        <p:nvSpPr>
          <p:cNvPr id="207127645" name="Text 29"/>
          <p:cNvSpPr/>
          <p:nvPr/>
        </p:nvSpPr>
        <p:spPr bwMode="auto">
          <a:xfrm>
            <a:off x="5029200" y="4315968"/>
            <a:ext cx="356616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  <a:defRPr/>
            </a:pPr>
            <a:r>
              <a:rPr lang="en-US" sz="950">
                <a:solidFill>
                  <a:srgbClr val="E6EDF3"/>
                </a:solidFill>
                <a:latin typeface="Calibri"/>
                <a:ea typeface="Calibri"/>
                <a:cs typeface="Calibri"/>
              </a:rPr>
              <a:t>›  Fibonacci (1,2,3,5,8) – Story Points</a:t>
            </a:r>
            <a:endParaRPr lang="en-US" sz="950"/>
          </a:p>
        </p:txBody>
      </p:sp>
      <p:sp>
        <p:nvSpPr>
          <p:cNvPr id="807950271" name="Text 30"/>
          <p:cNvSpPr/>
          <p:nvPr/>
        </p:nvSpPr>
        <p:spPr bwMode="auto">
          <a:xfrm>
            <a:off x="5029200" y="4553712"/>
            <a:ext cx="356616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  <a:defRPr/>
            </a:pPr>
            <a:r>
              <a:rPr lang="en-US" sz="950">
                <a:solidFill>
                  <a:srgbClr val="E6EDF3"/>
                </a:solidFill>
                <a:latin typeface="Calibri"/>
                <a:ea typeface="Calibri"/>
                <a:cs typeface="Calibri"/>
              </a:rPr>
              <a:t>›  3 livelli di priorità: Alta / Media / Bassa</a:t>
            </a:r>
            <a:endParaRPr lang="en-US" sz="950"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Slide 4">
    <p:bg>
      <p:bgPr shadeToTitle="0">
        <a:solidFill>
          <a:srgbClr val="FEFDFD"/>
        </a:solidFill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540534068" name="Text 0"/>
          <p:cNvSpPr/>
          <p:nvPr/>
        </p:nvSpPr>
        <p:spPr bwMode="auto">
          <a:xfrm>
            <a:off x="457200" y="22860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  <a:defRPr/>
            </a:pPr>
            <a:r>
              <a:rPr lang="en-US" sz="2800" b="1">
                <a:solidFill>
                  <a:schemeClr val="tx1"/>
                </a:solidFill>
                <a:latin typeface="Trebuchet MS"/>
                <a:ea typeface="Trebuchet MS"/>
                <a:cs typeface="Trebuchet MS"/>
              </a:rPr>
              <a:t>ARCHITETTURA SOFTWARE</a:t>
            </a:r>
            <a:endParaRPr sz="2800">
              <a:solidFill>
                <a:schemeClr val="tx1"/>
              </a:solidFill>
            </a:endParaRPr>
          </a:p>
        </p:txBody>
      </p:sp>
      <p:sp>
        <p:nvSpPr>
          <p:cNvPr id="285429759" name="Text 1"/>
          <p:cNvSpPr/>
          <p:nvPr/>
        </p:nvSpPr>
        <p:spPr bwMode="auto">
          <a:xfrm>
            <a:off x="457200" y="68580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  <a:defRPr/>
            </a:pPr>
            <a:r>
              <a:rPr lang="en-US" sz="1400">
                <a:solidFill>
                  <a:srgbClr val="52B788"/>
                </a:solidFill>
                <a:latin typeface="Calibri"/>
                <a:ea typeface="Calibri"/>
                <a:cs typeface="Calibri"/>
              </a:rPr>
              <a:t>Pattern Model – View – Controller</a:t>
            </a:r>
            <a:endParaRPr lang="en-US" sz="1400"/>
          </a:p>
        </p:txBody>
      </p:sp>
      <p:sp>
        <p:nvSpPr>
          <p:cNvPr id="896430231" name="Shape 2"/>
          <p:cNvSpPr/>
          <p:nvPr/>
        </p:nvSpPr>
        <p:spPr bwMode="auto">
          <a:xfrm>
            <a:off x="457200" y="1005840"/>
            <a:ext cx="1828800" cy="36576"/>
          </a:xfrm>
          <a:prstGeom prst="rect">
            <a:avLst/>
          </a:prstGeom>
          <a:solidFill>
            <a:srgbClr val="52B788"/>
          </a:solidFill>
          <a:ln w="12700">
            <a:solidFill>
              <a:srgbClr val="52B788"/>
            </a:solidFill>
            <a:prstDash val="solid"/>
          </a:ln>
        </p:spPr>
      </p:sp>
      <p:sp>
        <p:nvSpPr>
          <p:cNvPr id="1557819715" name="Text 5"/>
          <p:cNvSpPr/>
          <p:nvPr/>
        </p:nvSpPr>
        <p:spPr bwMode="auto">
          <a:xfrm>
            <a:off x="457200" y="1234440"/>
            <a:ext cx="25603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  <a:defRPr/>
            </a:pPr>
            <a:endParaRPr lang="en-US" sz="1800"/>
          </a:p>
        </p:txBody>
      </p:sp>
      <p:pic>
        <p:nvPicPr>
          <p:cNvPr id="1894286650" name=""/>
          <p:cNvPicPr>
            <a:picLocks noChangeAspect="1"/>
          </p:cNvPicPr>
          <p:nvPr/>
        </p:nvPicPr>
        <p:blipFill rotWithShape="1"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/>
        </p:blipFill>
        <p:spPr bwMode="auto">
          <a:xfrm flipH="0" flipV="0">
            <a:off x="101356" y="1124058"/>
            <a:ext cx="8941285" cy="3153384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Slide 6">
    <p:bg>
      <p:bgPr shadeToTitle="0">
        <a:solidFill>
          <a:srgbClr val="0D1117"/>
        </a:solidFill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145485390" name="Text 0"/>
          <p:cNvSpPr/>
          <p:nvPr/>
        </p:nvSpPr>
        <p:spPr bwMode="auto">
          <a:xfrm>
            <a:off x="457200" y="18288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  <a:defRPr/>
            </a:pPr>
            <a:r>
              <a:rPr lang="en-US" sz="2800" b="1">
                <a:solidFill>
                  <a:srgbClr val="FFFFFF"/>
                </a:solidFill>
                <a:latin typeface="Trebuchet MS"/>
                <a:ea typeface="Trebuchet MS"/>
                <a:cs typeface="Trebuchet MS"/>
              </a:rPr>
              <a:t>INTERFACCIA UTENTE</a:t>
            </a:r>
            <a:endParaRPr lang="en-US" sz="2800"/>
          </a:p>
        </p:txBody>
      </p:sp>
      <p:sp>
        <p:nvSpPr>
          <p:cNvPr id="333570396" name="Text 1"/>
          <p:cNvSpPr/>
          <p:nvPr/>
        </p:nvSpPr>
        <p:spPr bwMode="auto">
          <a:xfrm>
            <a:off x="457200" y="621792"/>
            <a:ext cx="82296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  <a:defRPr/>
            </a:pPr>
            <a:r>
              <a:rPr lang="en-US" sz="1300">
                <a:solidFill>
                  <a:srgbClr val="52B788"/>
                </a:solidFill>
                <a:latin typeface="Calibri"/>
                <a:ea typeface="Calibri"/>
                <a:cs typeface="Calibri"/>
              </a:rPr>
              <a:t>High-Fidelity Mockup — Dark Theme + Accenti Verdi</a:t>
            </a:r>
            <a:endParaRPr lang="en-US" sz="1300"/>
          </a:p>
        </p:txBody>
      </p:sp>
      <p:sp>
        <p:nvSpPr>
          <p:cNvPr id="777687851" name="Shape 2"/>
          <p:cNvSpPr/>
          <p:nvPr/>
        </p:nvSpPr>
        <p:spPr bwMode="auto">
          <a:xfrm>
            <a:off x="274320" y="1005840"/>
            <a:ext cx="2743200" cy="2194560"/>
          </a:xfrm>
          <a:prstGeom prst="rect">
            <a:avLst/>
          </a:prstGeom>
          <a:solidFill>
            <a:srgbClr val="161B22"/>
          </a:solidFill>
          <a:ln w="12700">
            <a:solidFill>
              <a:srgbClr val="2D6A4F"/>
            </a:solidFill>
            <a:prstDash val="solid"/>
          </a:ln>
          <a:effectLst>
            <a:outerShdw blurRad="127000" dist="38100" dir="8100000" sx="100000" sy="100000" kx="0" ky="0" algn="bl" rotWithShape="0">
              <a:srgbClr val="000000">
                <a:alpha val="18000"/>
              </a:srgbClr>
            </a:outerShdw>
          </a:effectLst>
        </p:spPr>
      </p:sp>
      <p:pic>
        <p:nvPicPr>
          <p:cNvPr id="967357871" name="Image 0" descr="preencoded.png"/>
          <p:cNvPicPr>
            <a:picLocks noChangeAspect="1"/>
          </p:cNvPicPr>
          <p:nvPr/>
        </p:nvPicPr>
        <p:blipFill rotWithShape="1">
          <a:blip r:embed="rId3"/>
          <a:srcRect l="0" t="0" r="0" b="0"/>
          <a:stretch/>
        </p:blipFill>
        <p:spPr bwMode="auto">
          <a:xfrm>
            <a:off x="320040" y="1051560"/>
            <a:ext cx="2651760" cy="2103120"/>
          </a:xfrm>
          <a:prstGeom prst="rect">
            <a:avLst/>
          </a:prstGeom>
        </p:spPr>
      </p:pic>
      <p:sp>
        <p:nvSpPr>
          <p:cNvPr id="924179477" name="Text 3"/>
          <p:cNvSpPr/>
          <p:nvPr/>
        </p:nvSpPr>
        <p:spPr bwMode="auto">
          <a:xfrm>
            <a:off x="274320" y="32461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  <a:defRPr/>
            </a:pPr>
            <a:r>
              <a:rPr lang="en-US" sz="1100" b="1">
                <a:solidFill>
                  <a:srgbClr val="52B788"/>
                </a:solidFill>
                <a:latin typeface="Trebuchet MS"/>
                <a:ea typeface="Trebuchet MS"/>
                <a:cs typeface="Trebuchet MS"/>
              </a:rPr>
              <a:t>Home</a:t>
            </a:r>
            <a:endParaRPr lang="en-US" sz="1100"/>
          </a:p>
        </p:txBody>
      </p:sp>
      <p:sp>
        <p:nvSpPr>
          <p:cNvPr id="2034038030" name="Shape 4"/>
          <p:cNvSpPr/>
          <p:nvPr/>
        </p:nvSpPr>
        <p:spPr bwMode="auto">
          <a:xfrm>
            <a:off x="3246120" y="1005840"/>
            <a:ext cx="2743200" cy="2194560"/>
          </a:xfrm>
          <a:prstGeom prst="rect">
            <a:avLst/>
          </a:prstGeom>
          <a:solidFill>
            <a:srgbClr val="161B22"/>
          </a:solidFill>
          <a:ln w="12700">
            <a:solidFill>
              <a:srgbClr val="2D6A4F"/>
            </a:solidFill>
            <a:prstDash val="solid"/>
          </a:ln>
          <a:effectLst>
            <a:outerShdw blurRad="127000" dist="38100" dir="8100000" sx="100000" sy="100000" kx="0" ky="0" algn="bl" rotWithShape="0">
              <a:srgbClr val="000000">
                <a:alpha val="18000"/>
              </a:srgbClr>
            </a:outerShdw>
          </a:effectLst>
        </p:spPr>
      </p:sp>
      <p:pic>
        <p:nvPicPr>
          <p:cNvPr id="1971167911" name="Image 1" descr="preencoded.png"/>
          <p:cNvPicPr>
            <a:picLocks noChangeAspect="1"/>
          </p:cNvPicPr>
          <p:nvPr/>
        </p:nvPicPr>
        <p:blipFill rotWithShape="1">
          <a:blip r:embed="rId4"/>
          <a:srcRect l="0" t="0" r="0" b="0"/>
          <a:stretch/>
        </p:blipFill>
        <p:spPr bwMode="auto">
          <a:xfrm>
            <a:off x="3291840" y="1051560"/>
            <a:ext cx="2651760" cy="2103120"/>
          </a:xfrm>
          <a:prstGeom prst="rect">
            <a:avLst/>
          </a:prstGeom>
        </p:spPr>
      </p:pic>
      <p:sp>
        <p:nvSpPr>
          <p:cNvPr id="400057677" name="Text 5"/>
          <p:cNvSpPr/>
          <p:nvPr/>
        </p:nvSpPr>
        <p:spPr bwMode="auto">
          <a:xfrm>
            <a:off x="3246120" y="32461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  <a:defRPr/>
            </a:pPr>
            <a:r>
              <a:rPr lang="en-US" sz="1100" b="1">
                <a:solidFill>
                  <a:srgbClr val="52B788"/>
                </a:solidFill>
                <a:latin typeface="Trebuchet MS"/>
                <a:ea typeface="Trebuchet MS"/>
                <a:cs typeface="Trebuchet MS"/>
              </a:rPr>
              <a:t>Schermata Brani</a:t>
            </a:r>
            <a:endParaRPr lang="en-US" sz="1100"/>
          </a:p>
        </p:txBody>
      </p:sp>
      <p:sp>
        <p:nvSpPr>
          <p:cNvPr id="1459156934" name="Shape 6"/>
          <p:cNvSpPr/>
          <p:nvPr/>
        </p:nvSpPr>
        <p:spPr bwMode="auto">
          <a:xfrm>
            <a:off x="6217920" y="1005840"/>
            <a:ext cx="2743200" cy="2194560"/>
          </a:xfrm>
          <a:prstGeom prst="rect">
            <a:avLst/>
          </a:prstGeom>
          <a:solidFill>
            <a:srgbClr val="161B22"/>
          </a:solidFill>
          <a:ln w="12700">
            <a:solidFill>
              <a:srgbClr val="2D6A4F"/>
            </a:solidFill>
            <a:prstDash val="solid"/>
          </a:ln>
          <a:effectLst>
            <a:outerShdw blurRad="127000" dist="38100" dir="8100000" sx="100000" sy="100000" kx="0" ky="0" algn="bl" rotWithShape="0">
              <a:srgbClr val="000000">
                <a:alpha val="18000"/>
              </a:srgbClr>
            </a:outerShdw>
          </a:effectLst>
        </p:spPr>
      </p:sp>
      <p:pic>
        <p:nvPicPr>
          <p:cNvPr id="682502736" name="Image 2" descr="preencoded.png"/>
          <p:cNvPicPr>
            <a:picLocks noChangeAspect="1"/>
          </p:cNvPicPr>
          <p:nvPr/>
        </p:nvPicPr>
        <p:blipFill rotWithShape="1">
          <a:blip r:embed="rId5"/>
          <a:srcRect l="0" t="0" r="0" b="0"/>
          <a:stretch/>
        </p:blipFill>
        <p:spPr bwMode="auto">
          <a:xfrm>
            <a:off x="6263640" y="1051560"/>
            <a:ext cx="2651760" cy="2103120"/>
          </a:xfrm>
          <a:prstGeom prst="rect">
            <a:avLst/>
          </a:prstGeom>
        </p:spPr>
      </p:pic>
      <p:sp>
        <p:nvSpPr>
          <p:cNvPr id="533324381" name="Text 7"/>
          <p:cNvSpPr/>
          <p:nvPr/>
        </p:nvSpPr>
        <p:spPr bwMode="auto">
          <a:xfrm>
            <a:off x="6217920" y="32461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  <a:defRPr/>
            </a:pPr>
            <a:r>
              <a:rPr lang="it-IT" sz="1100" b="1">
                <a:solidFill>
                  <a:srgbClr val="52B788"/>
                </a:solidFill>
                <a:latin typeface="Trebuchet MS"/>
                <a:ea typeface="Trebuchet MS"/>
                <a:cs typeface="Trebuchet MS"/>
              </a:rPr>
              <a:t>Creazione Brano</a:t>
            </a:r>
            <a:endParaRPr lang="en-US" sz="1100"/>
          </a:p>
        </p:txBody>
      </p:sp>
      <p:sp>
        <p:nvSpPr>
          <p:cNvPr id="10478502" name="Shape 8"/>
          <p:cNvSpPr/>
          <p:nvPr/>
        </p:nvSpPr>
        <p:spPr bwMode="auto">
          <a:xfrm>
            <a:off x="320040" y="3749040"/>
            <a:ext cx="128016" cy="128016"/>
          </a:xfrm>
          <a:prstGeom prst="ellipse">
            <a:avLst/>
          </a:prstGeom>
          <a:solidFill>
            <a:srgbClr val="52B788"/>
          </a:solidFill>
          <a:ln w="12700">
            <a:solidFill>
              <a:srgbClr val="52B788"/>
            </a:solidFill>
            <a:prstDash val="solid"/>
          </a:ln>
        </p:spPr>
      </p:sp>
      <p:sp>
        <p:nvSpPr>
          <p:cNvPr id="661314212" name="Text 9"/>
          <p:cNvSpPr/>
          <p:nvPr/>
        </p:nvSpPr>
        <p:spPr bwMode="auto">
          <a:xfrm>
            <a:off x="530352" y="3721608"/>
            <a:ext cx="8321039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  <a:defRPr/>
            </a:pPr>
            <a:r>
              <a:rPr lang="en-US" sz="1050">
                <a:solidFill>
                  <a:srgbClr val="E6EDF3"/>
                </a:solidFill>
                <a:latin typeface="Calibri"/>
                <a:ea typeface="Calibri"/>
                <a:cs typeface="Calibri"/>
              </a:rPr>
              <a:t>Dark Theme coerente con accenti verdi</a:t>
            </a:r>
            <a:endParaRPr lang="en-US" sz="1050"/>
          </a:p>
        </p:txBody>
      </p:sp>
      <p:sp>
        <p:nvSpPr>
          <p:cNvPr id="924986417" name="Shape 10"/>
          <p:cNvSpPr/>
          <p:nvPr/>
        </p:nvSpPr>
        <p:spPr bwMode="auto">
          <a:xfrm>
            <a:off x="320040" y="4041648"/>
            <a:ext cx="128016" cy="128016"/>
          </a:xfrm>
          <a:prstGeom prst="ellipse">
            <a:avLst/>
          </a:prstGeom>
          <a:solidFill>
            <a:srgbClr val="52B788"/>
          </a:solidFill>
          <a:ln w="12700">
            <a:solidFill>
              <a:srgbClr val="52B788"/>
            </a:solidFill>
            <a:prstDash val="solid"/>
          </a:ln>
        </p:spPr>
      </p:sp>
      <p:sp>
        <p:nvSpPr>
          <p:cNvPr id="1465023022" name="Text 11"/>
          <p:cNvSpPr/>
          <p:nvPr/>
        </p:nvSpPr>
        <p:spPr bwMode="auto">
          <a:xfrm>
            <a:off x="530352" y="4014216"/>
            <a:ext cx="8321039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  <a:defRPr/>
            </a:pPr>
            <a:r>
              <a:rPr lang="en-US" sz="1050">
                <a:solidFill>
                  <a:srgbClr val="E6EDF3"/>
                </a:solidFill>
                <a:latin typeface="Calibri"/>
                <a:ea typeface="Calibri"/>
                <a:cs typeface="Calibri"/>
              </a:rPr>
              <a:t>Navigation drawer laterale (Home · Brani · Playlist)</a:t>
            </a:r>
            <a:endParaRPr lang="en-US" sz="1050"/>
          </a:p>
        </p:txBody>
      </p:sp>
      <p:sp>
        <p:nvSpPr>
          <p:cNvPr id="852432536" name="Shape 12"/>
          <p:cNvSpPr/>
          <p:nvPr/>
        </p:nvSpPr>
        <p:spPr bwMode="auto">
          <a:xfrm>
            <a:off x="320040" y="4334256"/>
            <a:ext cx="128016" cy="128016"/>
          </a:xfrm>
          <a:prstGeom prst="ellipse">
            <a:avLst/>
          </a:prstGeom>
          <a:solidFill>
            <a:srgbClr val="52B788"/>
          </a:solidFill>
          <a:ln w="12700">
            <a:solidFill>
              <a:srgbClr val="52B788"/>
            </a:solidFill>
            <a:prstDash val="solid"/>
          </a:ln>
        </p:spPr>
      </p:sp>
      <p:sp>
        <p:nvSpPr>
          <p:cNvPr id="1595559669" name="Text 13"/>
          <p:cNvSpPr/>
          <p:nvPr/>
        </p:nvSpPr>
        <p:spPr bwMode="auto">
          <a:xfrm>
            <a:off x="530352" y="4306824"/>
            <a:ext cx="8321039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  <a:defRPr/>
            </a:pPr>
            <a:r>
              <a:rPr lang="en-US" sz="1050">
                <a:solidFill>
                  <a:srgbClr val="E6EDF3"/>
                </a:solidFill>
                <a:latin typeface="Calibri"/>
                <a:ea typeface="Calibri"/>
                <a:cs typeface="Calibri"/>
              </a:rPr>
              <a:t>Player fisso in basso con controlli e progress bar</a:t>
            </a:r>
            <a:endParaRPr lang="en-US" sz="1050"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081082366" name="Shape 0"/>
          <p:cNvSpPr/>
          <p:nvPr/>
        </p:nvSpPr>
        <p:spPr bwMode="auto">
          <a:xfrm>
            <a:off x="0" y="0"/>
            <a:ext cx="9144000" cy="1005840"/>
          </a:xfrm>
          <a:prstGeom prst="rect">
            <a:avLst/>
          </a:prstGeom>
          <a:solidFill>
            <a:srgbClr val="0D1117"/>
          </a:solidFill>
          <a:ln w="12700">
            <a:solidFill>
              <a:srgbClr val="0D1117"/>
            </a:solidFill>
            <a:prstDash val="solid"/>
          </a:ln>
        </p:spPr>
      </p:sp>
      <p:sp>
        <p:nvSpPr>
          <p:cNvPr id="1862956359" name="Shape 2"/>
          <p:cNvSpPr/>
          <p:nvPr/>
        </p:nvSpPr>
        <p:spPr bwMode="auto">
          <a:xfrm>
            <a:off x="0" y="1005840"/>
            <a:ext cx="9144000" cy="54864"/>
          </a:xfrm>
          <a:prstGeom prst="rect">
            <a:avLst/>
          </a:prstGeom>
          <a:solidFill>
            <a:srgbClr val="52B788"/>
          </a:solidFill>
          <a:ln w="12700">
            <a:solidFill>
              <a:srgbClr val="52B788"/>
            </a:solidFill>
            <a:prstDash val="solid"/>
          </a:ln>
        </p:spPr>
      </p:sp>
      <p:sp>
        <p:nvSpPr>
          <p:cNvPr id="276131782" name="Text 1"/>
          <p:cNvSpPr/>
          <p:nvPr/>
        </p:nvSpPr>
        <p:spPr bwMode="auto">
          <a:xfrm>
            <a:off x="457200" y="0"/>
            <a:ext cx="822960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  <a:defRPr/>
            </a:pPr>
            <a:r>
              <a:rPr lang="it-IT" sz="2800" b="1">
                <a:solidFill>
                  <a:srgbClr val="FFFFFF"/>
                </a:solidFill>
                <a:latin typeface="Trebuchet MS"/>
                <a:ea typeface="Trebuchet MS"/>
                <a:cs typeface="Trebuchet MS"/>
              </a:rPr>
              <a:t>EXTENDED </a:t>
            </a:r>
            <a:r>
              <a:rPr lang="en-US" sz="2800" b="1">
                <a:solidFill>
                  <a:srgbClr val="FFFFFF"/>
                </a:solidFill>
                <a:latin typeface="Trebuchet MS"/>
                <a:ea typeface="Trebuchet MS"/>
                <a:cs typeface="Trebuchet MS"/>
              </a:rPr>
              <a:t>BURNDOWN CHART</a:t>
            </a:r>
            <a:endParaRPr lang="en-US" sz="2800"/>
          </a:p>
        </p:txBody>
      </p:sp>
      <p:pic>
        <p:nvPicPr>
          <p:cNvPr id="257764432" name=""/>
          <p:cNvPicPr>
            <a:picLocks noChangeAspect="1"/>
          </p:cNvPicPr>
          <p:nvPr/>
        </p:nvPicPr>
        <p:blipFill rotWithShape="1">
          <a:blip r:embed="rId3"/>
          <a:stretch/>
        </p:blipFill>
        <p:spPr bwMode="auto">
          <a:xfrm flipH="0" flipV="0">
            <a:off x="159203" y="1732188"/>
            <a:ext cx="5856546" cy="2749847"/>
          </a:xfrm>
          <a:prstGeom prst="rect">
            <a:avLst/>
          </a:prstGeom>
        </p:spPr>
      </p:pic>
      <p:sp>
        <p:nvSpPr>
          <p:cNvPr id="1873291869" name="Shape 25"/>
          <p:cNvSpPr/>
          <p:nvPr/>
        </p:nvSpPr>
        <p:spPr bwMode="auto">
          <a:xfrm flipH="0" flipV="0">
            <a:off x="6239147" y="1732188"/>
            <a:ext cx="2904852" cy="1628775"/>
          </a:xfrm>
          <a:prstGeom prst="rect">
            <a:avLst/>
          </a:prstGeom>
          <a:solidFill>
            <a:srgbClr val="1B4332"/>
          </a:solidFill>
          <a:ln w="12700">
            <a:solidFill>
              <a:srgbClr val="2D6A4F"/>
            </a:solidFill>
            <a:prstDash val="solid"/>
          </a:ln>
          <a:effectLst>
            <a:outerShdw blurRad="50800" dist="38100" dir="8100000" algn="tr" rotWithShape="0">
              <a:prstClr val="black">
                <a:alpha val="40000"/>
              </a:prstClr>
            </a:outerShdw>
          </a:effectLst>
        </p:spPr>
        <p:txBody>
          <a:bodyPr anchor="ctr"/>
          <a:p>
            <a:pPr algn="ctr">
              <a:defRPr/>
            </a:pPr>
            <a:endParaRPr/>
          </a:p>
        </p:txBody>
      </p:sp>
      <p:sp>
        <p:nvSpPr>
          <p:cNvPr id="1759983100" name="Text 28"/>
          <p:cNvSpPr/>
          <p:nvPr/>
        </p:nvSpPr>
        <p:spPr bwMode="auto">
          <a:xfrm flipH="0" flipV="0">
            <a:off x="6320669" y="1973545"/>
            <a:ext cx="2741806" cy="138741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>
              <a:defRPr/>
            </a:pPr>
            <a:r>
              <a:rPr lang="it-IT" sz="2100" b="0" i="0" u="none" strike="noStrike" cap="none" spc="0">
                <a:solidFill>
                  <a:schemeClr val="bg1"/>
                </a:solidFill>
                <a:latin typeface="Calibri"/>
                <a:ea typeface="Calibri"/>
                <a:cs typeface="Calibri"/>
              </a:rPr>
              <a:t>Tr</a:t>
            </a:r>
            <a:r>
              <a:rPr lang="en-US" sz="2100" b="0" i="0" u="none" strike="noStrike" cap="none" spc="0">
                <a:solidFill>
                  <a:schemeClr val="bg1"/>
                </a:solidFill>
                <a:latin typeface="Calibri"/>
                <a:ea typeface="Calibri"/>
                <a:cs typeface="Calibri"/>
              </a:rPr>
              <a:t>accia</a:t>
            </a:r>
            <a:r>
              <a:rPr lang="it-IT" sz="2100" b="0" i="0" u="none" strike="noStrike" cap="none" spc="0">
                <a:solidFill>
                  <a:schemeClr val="bg1"/>
                </a:solidFill>
                <a:latin typeface="Calibri"/>
                <a:ea typeface="Calibri"/>
                <a:cs typeface="Calibri"/>
              </a:rPr>
              <a:t>mento dell</a:t>
            </a:r>
            <a:r>
              <a:rPr lang="en-US" sz="2100" b="0" i="0" u="none" strike="noStrike" cap="none" spc="0">
                <a:solidFill>
                  <a:schemeClr val="bg1"/>
                </a:solidFill>
                <a:latin typeface="Calibri"/>
                <a:ea typeface="Calibri"/>
                <a:cs typeface="Calibri"/>
              </a:rPr>
              <a:t>'andamento ideale del lavoro del team </a:t>
            </a:r>
            <a:r>
              <a:rPr lang="it-IT" sz="2100" b="0" i="0" u="none" strike="noStrike" cap="none" spc="0">
                <a:solidFill>
                  <a:schemeClr val="bg1"/>
                </a:solidFill>
                <a:latin typeface="Calibri"/>
                <a:ea typeface="Calibri"/>
                <a:cs typeface="Calibri"/>
              </a:rPr>
              <a:t>attraverso le tre Sprint.</a:t>
            </a:r>
            <a:endParaRPr sz="2100">
              <a:solidFill>
                <a:schemeClr val="bg1"/>
              </a:solidFill>
              <a:latin typeface="Calibri"/>
              <a:cs typeface="Calibri"/>
            </a:endParaRPr>
          </a:p>
          <a:p>
            <a:pPr>
              <a:defRPr/>
            </a:pPr>
            <a:endParaRPr sz="2000">
              <a:solidFill>
                <a:schemeClr val="bg1"/>
              </a:solidFill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Slide 7">
    <p:bg>
      <p:bgPr shadeToTitle="0">
        <a:solidFill>
          <a:srgbClr val="F0F4F8"/>
        </a:solidFill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775550120" name="Shape 0"/>
          <p:cNvSpPr/>
          <p:nvPr/>
        </p:nvSpPr>
        <p:spPr bwMode="auto">
          <a:xfrm>
            <a:off x="0" y="0"/>
            <a:ext cx="9144000" cy="1005840"/>
          </a:xfrm>
          <a:prstGeom prst="rect">
            <a:avLst/>
          </a:prstGeom>
          <a:solidFill>
            <a:srgbClr val="0D1117"/>
          </a:solidFill>
          <a:ln w="12700">
            <a:solidFill>
              <a:srgbClr val="0D1117"/>
            </a:solidFill>
            <a:prstDash val="solid"/>
          </a:ln>
        </p:spPr>
      </p:sp>
      <p:sp>
        <p:nvSpPr>
          <p:cNvPr id="1509298325" name="Text 1"/>
          <p:cNvSpPr/>
          <p:nvPr/>
        </p:nvSpPr>
        <p:spPr bwMode="auto">
          <a:xfrm>
            <a:off x="457200" y="0"/>
            <a:ext cx="822960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  <a:defRPr/>
            </a:pPr>
            <a:r>
              <a:rPr lang="en-US" sz="2800" b="1">
                <a:solidFill>
                  <a:srgbClr val="FFFFFF"/>
                </a:solidFill>
                <a:latin typeface="Trebuchet MS"/>
                <a:ea typeface="Trebuchet MS"/>
                <a:cs typeface="Trebuchet MS"/>
              </a:rPr>
              <a:t>PRODUCT BACKLOG</a:t>
            </a:r>
            <a:endParaRPr lang="en-US" sz="2800"/>
          </a:p>
        </p:txBody>
      </p:sp>
      <p:sp>
        <p:nvSpPr>
          <p:cNvPr id="1321594533" name="Shape 2"/>
          <p:cNvSpPr/>
          <p:nvPr/>
        </p:nvSpPr>
        <p:spPr bwMode="auto">
          <a:xfrm>
            <a:off x="0" y="1005840"/>
            <a:ext cx="9144000" cy="54864"/>
          </a:xfrm>
          <a:prstGeom prst="rect">
            <a:avLst/>
          </a:prstGeom>
          <a:solidFill>
            <a:srgbClr val="52B788"/>
          </a:solidFill>
          <a:ln w="12700">
            <a:solidFill>
              <a:srgbClr val="52B788"/>
            </a:solidFill>
            <a:prstDash val="solid"/>
          </a:ln>
        </p:spPr>
      </p:sp>
      <p:sp>
        <p:nvSpPr>
          <p:cNvPr id="841910661" name="Shape 3"/>
          <p:cNvSpPr/>
          <p:nvPr/>
        </p:nvSpPr>
        <p:spPr bwMode="auto">
          <a:xfrm>
            <a:off x="274320" y="1188720"/>
            <a:ext cx="1920240" cy="1280160"/>
          </a:xfrm>
          <a:prstGeom prst="rect">
            <a:avLst/>
          </a:prstGeom>
          <a:solidFill>
            <a:srgbClr val="2D6A4F"/>
          </a:solidFill>
          <a:ln w="25400">
            <a:solidFill>
              <a:srgbClr val="52B788"/>
            </a:solidFill>
            <a:prstDash val="solid"/>
          </a:ln>
          <a:effectLst>
            <a:outerShdw blurRad="127000" dist="38100" dir="8100000" sx="100000" sy="100000" kx="0" ky="0" algn="bl" rotWithShape="0">
              <a:srgbClr val="000000">
                <a:alpha val="18000"/>
              </a:srgbClr>
            </a:outerShdw>
          </a:effectLst>
        </p:spPr>
      </p:sp>
      <p:sp>
        <p:nvSpPr>
          <p:cNvPr id="1936894258" name="Text 4"/>
          <p:cNvSpPr/>
          <p:nvPr/>
        </p:nvSpPr>
        <p:spPr bwMode="auto">
          <a:xfrm>
            <a:off x="274320" y="1280160"/>
            <a:ext cx="19202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  <a:defRPr/>
            </a:pPr>
            <a:r>
              <a:rPr lang="en-US" sz="4200" b="1">
                <a:solidFill>
                  <a:srgbClr val="52B788"/>
                </a:solidFill>
                <a:latin typeface="Trebuchet MS"/>
                <a:ea typeface="Trebuchet MS"/>
                <a:cs typeface="Trebuchet MS"/>
              </a:rPr>
              <a:t>28</a:t>
            </a:r>
            <a:endParaRPr lang="en-US" sz="4200"/>
          </a:p>
        </p:txBody>
      </p:sp>
      <p:sp>
        <p:nvSpPr>
          <p:cNvPr id="769434893" name="Text 5"/>
          <p:cNvSpPr/>
          <p:nvPr/>
        </p:nvSpPr>
        <p:spPr bwMode="auto">
          <a:xfrm>
            <a:off x="274320" y="2011680"/>
            <a:ext cx="1920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  <a:defRPr/>
            </a:pPr>
            <a:r>
              <a:rPr lang="en-US" sz="1100">
                <a:solidFill>
                  <a:srgbClr val="E6EDF3"/>
                </a:solidFill>
                <a:latin typeface="Calibri"/>
                <a:ea typeface="Calibri"/>
                <a:cs typeface="Calibri"/>
              </a:rPr>
              <a:t>User Stories</a:t>
            </a:r>
            <a:endParaRPr lang="en-US" sz="1100"/>
          </a:p>
        </p:txBody>
      </p:sp>
      <p:sp>
        <p:nvSpPr>
          <p:cNvPr id="1124909533" name="Shape 6"/>
          <p:cNvSpPr/>
          <p:nvPr/>
        </p:nvSpPr>
        <p:spPr bwMode="auto">
          <a:xfrm>
            <a:off x="2423160" y="1188720"/>
            <a:ext cx="1920240" cy="1280160"/>
          </a:xfrm>
          <a:prstGeom prst="rect">
            <a:avLst/>
          </a:prstGeom>
          <a:solidFill>
            <a:srgbClr val="1A1C5A"/>
          </a:solidFill>
          <a:ln w="25400">
            <a:solidFill>
              <a:srgbClr val="4C8BF5"/>
            </a:solidFill>
            <a:prstDash val="solid"/>
          </a:ln>
          <a:effectLst>
            <a:outerShdw blurRad="127000" dist="38100" dir="8100000" sx="100000" sy="100000" kx="0" ky="0" algn="bl" rotWithShape="0">
              <a:srgbClr val="000000">
                <a:alpha val="18000"/>
              </a:srgbClr>
            </a:outerShdw>
          </a:effectLst>
        </p:spPr>
      </p:sp>
      <p:sp>
        <p:nvSpPr>
          <p:cNvPr id="1206102612" name="Text 7"/>
          <p:cNvSpPr/>
          <p:nvPr/>
        </p:nvSpPr>
        <p:spPr bwMode="auto">
          <a:xfrm>
            <a:off x="2423160" y="1280160"/>
            <a:ext cx="19202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  <a:defRPr/>
            </a:pPr>
            <a:r>
              <a:rPr lang="en-US" sz="4200" b="1">
                <a:solidFill>
                  <a:srgbClr val="4C8BF5"/>
                </a:solidFill>
                <a:latin typeface="Trebuchet MS"/>
                <a:ea typeface="Trebuchet MS"/>
                <a:cs typeface="Trebuchet MS"/>
              </a:rPr>
              <a:t>81</a:t>
            </a:r>
            <a:endParaRPr lang="en-US" sz="4200"/>
          </a:p>
        </p:txBody>
      </p:sp>
      <p:sp>
        <p:nvSpPr>
          <p:cNvPr id="404344807" name="Text 8"/>
          <p:cNvSpPr/>
          <p:nvPr/>
        </p:nvSpPr>
        <p:spPr bwMode="auto">
          <a:xfrm>
            <a:off x="2423160" y="2011680"/>
            <a:ext cx="1920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  <a:defRPr/>
            </a:pPr>
            <a:r>
              <a:rPr lang="en-US" sz="1100">
                <a:solidFill>
                  <a:srgbClr val="E6EDF3"/>
                </a:solidFill>
                <a:latin typeface="Calibri"/>
                <a:ea typeface="Calibri"/>
                <a:cs typeface="Calibri"/>
              </a:rPr>
              <a:t>Story Points</a:t>
            </a:r>
            <a:endParaRPr lang="en-US" sz="1100"/>
          </a:p>
        </p:txBody>
      </p:sp>
      <p:sp>
        <p:nvSpPr>
          <p:cNvPr id="714237496" name="Shape 9"/>
          <p:cNvSpPr/>
          <p:nvPr/>
        </p:nvSpPr>
        <p:spPr bwMode="auto">
          <a:xfrm>
            <a:off x="4572000" y="1188720"/>
            <a:ext cx="1920240" cy="1280160"/>
          </a:xfrm>
          <a:prstGeom prst="rect">
            <a:avLst/>
          </a:prstGeom>
          <a:solidFill>
            <a:srgbClr val="4A1942"/>
          </a:solidFill>
          <a:ln w="25400">
            <a:solidFill>
              <a:srgbClr val="C678DD"/>
            </a:solidFill>
            <a:prstDash val="solid"/>
          </a:ln>
          <a:effectLst>
            <a:outerShdw blurRad="127000" dist="38100" dir="8100000" sx="100000" sy="100000" kx="0" ky="0" algn="bl" rotWithShape="0">
              <a:srgbClr val="000000">
                <a:alpha val="18000"/>
              </a:srgbClr>
            </a:outerShdw>
          </a:effectLst>
        </p:spPr>
      </p:sp>
      <p:sp>
        <p:nvSpPr>
          <p:cNvPr id="675713736" name="Text 10"/>
          <p:cNvSpPr/>
          <p:nvPr/>
        </p:nvSpPr>
        <p:spPr bwMode="auto">
          <a:xfrm>
            <a:off x="4572000" y="1280160"/>
            <a:ext cx="19202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  <a:defRPr/>
            </a:pPr>
            <a:r>
              <a:rPr lang="en-US" sz="4200" b="1">
                <a:solidFill>
                  <a:srgbClr val="C678DD"/>
                </a:solidFill>
                <a:latin typeface="Trebuchet MS"/>
                <a:ea typeface="Trebuchet MS"/>
                <a:cs typeface="Trebuchet MS"/>
              </a:rPr>
              <a:t>3</a:t>
            </a:r>
            <a:endParaRPr lang="en-US" sz="4200"/>
          </a:p>
        </p:txBody>
      </p:sp>
      <p:sp>
        <p:nvSpPr>
          <p:cNvPr id="358918653" name="Text 11"/>
          <p:cNvSpPr/>
          <p:nvPr/>
        </p:nvSpPr>
        <p:spPr bwMode="auto">
          <a:xfrm>
            <a:off x="4572000" y="2011680"/>
            <a:ext cx="1920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  <a:defRPr/>
            </a:pPr>
            <a:r>
              <a:rPr lang="en-US" sz="1100">
                <a:solidFill>
                  <a:srgbClr val="E6EDF3"/>
                </a:solidFill>
                <a:latin typeface="Calibri"/>
                <a:ea typeface="Calibri"/>
                <a:cs typeface="Calibri"/>
              </a:rPr>
              <a:t>Sprint</a:t>
            </a:r>
            <a:endParaRPr lang="en-US" sz="1100"/>
          </a:p>
        </p:txBody>
      </p:sp>
      <p:sp>
        <p:nvSpPr>
          <p:cNvPr id="2018806664" name="Shape 12"/>
          <p:cNvSpPr/>
          <p:nvPr/>
        </p:nvSpPr>
        <p:spPr bwMode="auto">
          <a:xfrm>
            <a:off x="6720840" y="1188720"/>
            <a:ext cx="1920240" cy="1280160"/>
          </a:xfrm>
          <a:prstGeom prst="rect">
            <a:avLst/>
          </a:prstGeom>
          <a:solidFill>
            <a:srgbClr val="4A2C0A"/>
          </a:solidFill>
          <a:ln w="25400">
            <a:solidFill>
              <a:srgbClr val="E67E22"/>
            </a:solidFill>
            <a:prstDash val="solid"/>
          </a:ln>
          <a:effectLst>
            <a:outerShdw blurRad="127000" dist="38100" dir="8100000" sx="100000" sy="100000" kx="0" ky="0" algn="bl" rotWithShape="0">
              <a:srgbClr val="000000">
                <a:alpha val="18000"/>
              </a:srgbClr>
            </a:outerShdw>
          </a:effectLst>
        </p:spPr>
      </p:sp>
      <p:sp>
        <p:nvSpPr>
          <p:cNvPr id="212638272" name="Text 13"/>
          <p:cNvSpPr/>
          <p:nvPr/>
        </p:nvSpPr>
        <p:spPr bwMode="auto">
          <a:xfrm>
            <a:off x="6720840" y="1280160"/>
            <a:ext cx="19202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  <a:defRPr/>
            </a:pPr>
            <a:r>
              <a:rPr lang="en-US" sz="4200" b="1">
                <a:solidFill>
                  <a:srgbClr val="E67E22"/>
                </a:solidFill>
                <a:latin typeface="Trebuchet MS"/>
                <a:ea typeface="Trebuchet MS"/>
                <a:cs typeface="Trebuchet MS"/>
              </a:rPr>
              <a:t>27</a:t>
            </a:r>
            <a:endParaRPr lang="en-US" sz="4200"/>
          </a:p>
        </p:txBody>
      </p:sp>
      <p:sp>
        <p:nvSpPr>
          <p:cNvPr id="2118489051" name="Text 14"/>
          <p:cNvSpPr/>
          <p:nvPr/>
        </p:nvSpPr>
        <p:spPr bwMode="auto">
          <a:xfrm>
            <a:off x="6720840" y="2011680"/>
            <a:ext cx="1920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  <a:defRPr/>
            </a:pPr>
            <a:r>
              <a:rPr lang="en-US" sz="1100">
                <a:solidFill>
                  <a:srgbClr val="E6EDF3"/>
                </a:solidFill>
                <a:latin typeface="Calibri"/>
                <a:ea typeface="Calibri"/>
                <a:cs typeface="Calibri"/>
              </a:rPr>
              <a:t>SP per Sprint</a:t>
            </a:r>
            <a:endParaRPr lang="en-US" sz="1100"/>
          </a:p>
        </p:txBody>
      </p:sp>
      <p:sp>
        <p:nvSpPr>
          <p:cNvPr id="1598972974" name="Shape 15"/>
          <p:cNvSpPr/>
          <p:nvPr/>
        </p:nvSpPr>
        <p:spPr bwMode="auto">
          <a:xfrm>
            <a:off x="274320" y="2606040"/>
            <a:ext cx="8595360" cy="365760"/>
          </a:xfrm>
          <a:prstGeom prst="rect">
            <a:avLst/>
          </a:prstGeom>
          <a:solidFill>
            <a:srgbClr val="0D1117"/>
          </a:solidFill>
          <a:ln w="12700">
            <a:solidFill>
              <a:srgbClr val="0D1117"/>
            </a:solidFill>
            <a:prstDash val="solid"/>
          </a:ln>
        </p:spPr>
      </p:sp>
      <p:sp>
        <p:nvSpPr>
          <p:cNvPr id="1251181768" name="Text 16"/>
          <p:cNvSpPr/>
          <p:nvPr/>
        </p:nvSpPr>
        <p:spPr bwMode="auto">
          <a:xfrm>
            <a:off x="365760" y="2606040"/>
            <a:ext cx="3657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  <a:defRPr/>
            </a:pPr>
            <a:r>
              <a:rPr lang="en-US" sz="1100" b="1">
                <a:solidFill>
                  <a:srgbClr val="E6EDF3"/>
                </a:solidFill>
                <a:latin typeface="Trebuchet MS"/>
                <a:ea typeface="Trebuchet MS"/>
                <a:cs typeface="Trebuchet MS"/>
              </a:rPr>
              <a:t>Categoria</a:t>
            </a:r>
            <a:endParaRPr lang="en-US" sz="1100"/>
          </a:p>
        </p:txBody>
      </p:sp>
      <p:sp>
        <p:nvSpPr>
          <p:cNvPr id="1558523646" name="Text 17"/>
          <p:cNvSpPr/>
          <p:nvPr/>
        </p:nvSpPr>
        <p:spPr bwMode="auto">
          <a:xfrm>
            <a:off x="4114800" y="2606040"/>
            <a:ext cx="1188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  <a:defRPr/>
            </a:pPr>
            <a:r>
              <a:rPr lang="en-US" sz="1100" b="1">
                <a:solidFill>
                  <a:srgbClr val="E6EDF3"/>
                </a:solidFill>
                <a:latin typeface="Trebuchet MS"/>
                <a:ea typeface="Trebuchet MS"/>
                <a:cs typeface="Trebuchet MS"/>
              </a:rPr>
              <a:t>Stories</a:t>
            </a:r>
            <a:endParaRPr lang="en-US" sz="1100"/>
          </a:p>
        </p:txBody>
      </p:sp>
      <p:sp>
        <p:nvSpPr>
          <p:cNvPr id="190563332" name="Text 18"/>
          <p:cNvSpPr/>
          <p:nvPr/>
        </p:nvSpPr>
        <p:spPr bwMode="auto">
          <a:xfrm>
            <a:off x="5394960" y="2606040"/>
            <a:ext cx="14630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  <a:defRPr/>
            </a:pPr>
            <a:r>
              <a:rPr lang="en-US" sz="1100" b="1">
                <a:solidFill>
                  <a:srgbClr val="E6EDF3"/>
                </a:solidFill>
                <a:latin typeface="Trebuchet MS"/>
                <a:ea typeface="Trebuchet MS"/>
                <a:cs typeface="Trebuchet MS"/>
              </a:rPr>
              <a:t>Story Points</a:t>
            </a:r>
            <a:endParaRPr lang="en-US" sz="1100"/>
          </a:p>
        </p:txBody>
      </p:sp>
      <p:sp>
        <p:nvSpPr>
          <p:cNvPr id="215861905" name="Text 19"/>
          <p:cNvSpPr/>
          <p:nvPr/>
        </p:nvSpPr>
        <p:spPr bwMode="auto">
          <a:xfrm>
            <a:off x="6949440" y="2606040"/>
            <a:ext cx="20116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  <a:defRPr/>
            </a:pPr>
            <a:r>
              <a:rPr lang="en-US" sz="1100" b="1">
                <a:solidFill>
                  <a:srgbClr val="E6EDF3"/>
                </a:solidFill>
                <a:latin typeface="Trebuchet MS"/>
                <a:ea typeface="Trebuchet MS"/>
                <a:cs typeface="Trebuchet MS"/>
              </a:rPr>
              <a:t>Priorità</a:t>
            </a:r>
            <a:endParaRPr lang="en-US" sz="1100"/>
          </a:p>
        </p:txBody>
      </p:sp>
      <p:sp>
        <p:nvSpPr>
          <p:cNvPr id="456902420" name="Shape 20"/>
          <p:cNvSpPr/>
          <p:nvPr/>
        </p:nvSpPr>
        <p:spPr bwMode="auto">
          <a:xfrm>
            <a:off x="274320" y="3017519"/>
            <a:ext cx="8595360" cy="438912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894852518" name="Shape 21"/>
          <p:cNvSpPr/>
          <p:nvPr/>
        </p:nvSpPr>
        <p:spPr bwMode="auto">
          <a:xfrm>
            <a:off x="274320" y="3017519"/>
            <a:ext cx="73152" cy="438912"/>
          </a:xfrm>
          <a:prstGeom prst="rect">
            <a:avLst/>
          </a:prstGeom>
          <a:solidFill>
            <a:srgbClr val="52B788"/>
          </a:solidFill>
          <a:ln w="12700">
            <a:solidFill>
              <a:srgbClr val="52B788"/>
            </a:solidFill>
            <a:prstDash val="solid"/>
          </a:ln>
        </p:spPr>
      </p:sp>
      <p:sp>
        <p:nvSpPr>
          <p:cNvPr id="894986215" name="Text 22"/>
          <p:cNvSpPr/>
          <p:nvPr/>
        </p:nvSpPr>
        <p:spPr bwMode="auto">
          <a:xfrm>
            <a:off x="438912" y="3017519"/>
            <a:ext cx="3639312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  <a:defRPr/>
            </a:pPr>
            <a:r>
              <a:rPr lang="en-US" sz="1100">
                <a:solidFill>
                  <a:srgbClr val="1A1A2E"/>
                </a:solidFill>
                <a:latin typeface="Calibri"/>
                <a:ea typeface="Calibri"/>
                <a:cs typeface="Calibri"/>
              </a:rPr>
              <a:t>Gestione Tracce (US1-US5)</a:t>
            </a:r>
            <a:endParaRPr lang="en-US" sz="1100"/>
          </a:p>
        </p:txBody>
      </p:sp>
      <p:sp>
        <p:nvSpPr>
          <p:cNvPr id="1465541836" name="Text 23"/>
          <p:cNvSpPr/>
          <p:nvPr/>
        </p:nvSpPr>
        <p:spPr bwMode="auto">
          <a:xfrm>
            <a:off x="4114800" y="3017519"/>
            <a:ext cx="118872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  <a:defRPr/>
            </a:pPr>
            <a:r>
              <a:rPr lang="en-US" sz="1300" b="1">
                <a:solidFill>
                  <a:srgbClr val="52B788"/>
                </a:solidFill>
                <a:latin typeface="Trebuchet MS"/>
                <a:ea typeface="Trebuchet MS"/>
                <a:cs typeface="Trebuchet MS"/>
              </a:rPr>
              <a:t>5</a:t>
            </a:r>
            <a:endParaRPr lang="en-US" sz="1300"/>
          </a:p>
        </p:txBody>
      </p:sp>
      <p:sp>
        <p:nvSpPr>
          <p:cNvPr id="431710900" name="Text 24"/>
          <p:cNvSpPr/>
          <p:nvPr/>
        </p:nvSpPr>
        <p:spPr bwMode="auto">
          <a:xfrm>
            <a:off x="5394960" y="3017519"/>
            <a:ext cx="146304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  <a:defRPr/>
            </a:pPr>
            <a:r>
              <a:rPr lang="en-US" sz="1300" b="1">
                <a:solidFill>
                  <a:srgbClr val="52B788"/>
                </a:solidFill>
                <a:latin typeface="Trebuchet MS"/>
                <a:ea typeface="Trebuchet MS"/>
                <a:cs typeface="Trebuchet MS"/>
              </a:rPr>
              <a:t>14</a:t>
            </a:r>
            <a:endParaRPr lang="en-US" sz="1300"/>
          </a:p>
        </p:txBody>
      </p:sp>
      <p:sp>
        <p:nvSpPr>
          <p:cNvPr id="666837835" name="Text 25"/>
          <p:cNvSpPr/>
          <p:nvPr/>
        </p:nvSpPr>
        <p:spPr bwMode="auto">
          <a:xfrm>
            <a:off x="6949440" y="3017519"/>
            <a:ext cx="182880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  <a:defRPr/>
            </a:pPr>
            <a:r>
              <a:rPr lang="en-US" sz="1000">
                <a:solidFill>
                  <a:srgbClr val="8B949E"/>
                </a:solidFill>
                <a:latin typeface="Calibri"/>
                <a:ea typeface="Calibri"/>
                <a:cs typeface="Calibri"/>
              </a:rPr>
              <a:t>Alta / Media</a:t>
            </a:r>
            <a:endParaRPr lang="en-US" sz="1000"/>
          </a:p>
        </p:txBody>
      </p:sp>
      <p:sp>
        <p:nvSpPr>
          <p:cNvPr id="308974662" name="Shape 26"/>
          <p:cNvSpPr/>
          <p:nvPr/>
        </p:nvSpPr>
        <p:spPr bwMode="auto">
          <a:xfrm>
            <a:off x="274320" y="3493008"/>
            <a:ext cx="8595360" cy="438912"/>
          </a:xfrm>
          <a:prstGeom prst="rect">
            <a:avLst/>
          </a:prstGeom>
          <a:solidFill>
            <a:srgbClr val="F0F4F8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486461157" name="Shape 27"/>
          <p:cNvSpPr/>
          <p:nvPr/>
        </p:nvSpPr>
        <p:spPr bwMode="auto">
          <a:xfrm>
            <a:off x="274320" y="3493008"/>
            <a:ext cx="73152" cy="438912"/>
          </a:xfrm>
          <a:prstGeom prst="rect">
            <a:avLst/>
          </a:prstGeom>
          <a:solidFill>
            <a:srgbClr val="4C8BF5"/>
          </a:solidFill>
          <a:ln w="12700">
            <a:solidFill>
              <a:srgbClr val="4C8BF5"/>
            </a:solidFill>
            <a:prstDash val="solid"/>
          </a:ln>
        </p:spPr>
      </p:sp>
      <p:sp>
        <p:nvSpPr>
          <p:cNvPr id="901873945" name="Text 28"/>
          <p:cNvSpPr/>
          <p:nvPr/>
        </p:nvSpPr>
        <p:spPr bwMode="auto">
          <a:xfrm>
            <a:off x="438912" y="3493008"/>
            <a:ext cx="3639312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  <a:defRPr/>
            </a:pPr>
            <a:r>
              <a:rPr lang="en-US" sz="1100">
                <a:solidFill>
                  <a:srgbClr val="1A1A2E"/>
                </a:solidFill>
                <a:latin typeface="Calibri"/>
                <a:ea typeface="Calibri"/>
                <a:cs typeface="Calibri"/>
              </a:rPr>
              <a:t>Gestione Playlist (US6-US15)</a:t>
            </a:r>
            <a:endParaRPr lang="en-US" sz="1100"/>
          </a:p>
        </p:txBody>
      </p:sp>
      <p:sp>
        <p:nvSpPr>
          <p:cNvPr id="1251861626" name="Text 29"/>
          <p:cNvSpPr/>
          <p:nvPr/>
        </p:nvSpPr>
        <p:spPr bwMode="auto">
          <a:xfrm>
            <a:off x="4114800" y="3493008"/>
            <a:ext cx="118872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  <a:defRPr/>
            </a:pPr>
            <a:r>
              <a:rPr lang="en-US" sz="1300" b="1">
                <a:solidFill>
                  <a:srgbClr val="4C8BF5"/>
                </a:solidFill>
                <a:latin typeface="Trebuchet MS"/>
                <a:ea typeface="Trebuchet MS"/>
                <a:cs typeface="Trebuchet MS"/>
              </a:rPr>
              <a:t>10</a:t>
            </a:r>
            <a:endParaRPr lang="en-US" sz="1300"/>
          </a:p>
        </p:txBody>
      </p:sp>
      <p:sp>
        <p:nvSpPr>
          <p:cNvPr id="1511943384" name="Text 30"/>
          <p:cNvSpPr/>
          <p:nvPr/>
        </p:nvSpPr>
        <p:spPr bwMode="auto">
          <a:xfrm>
            <a:off x="5394960" y="3493008"/>
            <a:ext cx="146304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  <a:defRPr/>
            </a:pPr>
            <a:r>
              <a:rPr lang="en-US" sz="1300" b="1">
                <a:solidFill>
                  <a:srgbClr val="4C8BF5"/>
                </a:solidFill>
                <a:latin typeface="Trebuchet MS"/>
                <a:ea typeface="Trebuchet MS"/>
                <a:cs typeface="Trebuchet MS"/>
              </a:rPr>
              <a:t>24</a:t>
            </a:r>
            <a:endParaRPr lang="en-US" sz="1300"/>
          </a:p>
        </p:txBody>
      </p:sp>
      <p:sp>
        <p:nvSpPr>
          <p:cNvPr id="1600530089" name="Text 31"/>
          <p:cNvSpPr/>
          <p:nvPr/>
        </p:nvSpPr>
        <p:spPr bwMode="auto">
          <a:xfrm>
            <a:off x="6949440" y="3493008"/>
            <a:ext cx="182880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  <a:defRPr/>
            </a:pPr>
            <a:r>
              <a:rPr lang="en-US" sz="1000">
                <a:solidFill>
                  <a:srgbClr val="8B949E"/>
                </a:solidFill>
                <a:latin typeface="Calibri"/>
                <a:ea typeface="Calibri"/>
                <a:cs typeface="Calibri"/>
              </a:rPr>
              <a:t>Alta / Media / Bassa</a:t>
            </a:r>
            <a:endParaRPr lang="en-US" sz="1000"/>
          </a:p>
        </p:txBody>
      </p:sp>
      <p:sp>
        <p:nvSpPr>
          <p:cNvPr id="1140713484" name="Shape 32"/>
          <p:cNvSpPr/>
          <p:nvPr/>
        </p:nvSpPr>
        <p:spPr bwMode="auto">
          <a:xfrm>
            <a:off x="274320" y="3968496"/>
            <a:ext cx="8595360" cy="438912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979135619" name="Shape 33"/>
          <p:cNvSpPr/>
          <p:nvPr/>
        </p:nvSpPr>
        <p:spPr bwMode="auto">
          <a:xfrm>
            <a:off x="274320" y="3968496"/>
            <a:ext cx="73152" cy="438912"/>
          </a:xfrm>
          <a:prstGeom prst="rect">
            <a:avLst/>
          </a:prstGeom>
          <a:solidFill>
            <a:srgbClr val="E67E22"/>
          </a:solidFill>
          <a:ln w="12700">
            <a:solidFill>
              <a:srgbClr val="E67E22"/>
            </a:solidFill>
            <a:prstDash val="solid"/>
          </a:ln>
        </p:spPr>
      </p:sp>
      <p:sp>
        <p:nvSpPr>
          <p:cNvPr id="845093772" name="Text 34"/>
          <p:cNvSpPr/>
          <p:nvPr/>
        </p:nvSpPr>
        <p:spPr bwMode="auto">
          <a:xfrm>
            <a:off x="438912" y="3968496"/>
            <a:ext cx="3639312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  <a:defRPr/>
            </a:pPr>
            <a:r>
              <a:rPr lang="en-US" sz="1100">
                <a:solidFill>
                  <a:srgbClr val="1A1A2E"/>
                </a:solidFill>
                <a:latin typeface="Calibri"/>
                <a:ea typeface="Calibri"/>
                <a:cs typeface="Calibri"/>
              </a:rPr>
              <a:t>Coda di Ascolto (US16-US22)</a:t>
            </a:r>
            <a:endParaRPr lang="en-US" sz="1100"/>
          </a:p>
        </p:txBody>
      </p:sp>
      <p:sp>
        <p:nvSpPr>
          <p:cNvPr id="750813724" name="Text 35"/>
          <p:cNvSpPr/>
          <p:nvPr/>
        </p:nvSpPr>
        <p:spPr bwMode="auto">
          <a:xfrm>
            <a:off x="4114800" y="3968496"/>
            <a:ext cx="118872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  <a:defRPr/>
            </a:pPr>
            <a:r>
              <a:rPr lang="en-US" sz="1300" b="1">
                <a:solidFill>
                  <a:srgbClr val="E67E22"/>
                </a:solidFill>
                <a:latin typeface="Trebuchet MS"/>
                <a:ea typeface="Trebuchet MS"/>
                <a:cs typeface="Trebuchet MS"/>
              </a:rPr>
              <a:t>7</a:t>
            </a:r>
            <a:endParaRPr lang="en-US" sz="1300"/>
          </a:p>
        </p:txBody>
      </p:sp>
      <p:sp>
        <p:nvSpPr>
          <p:cNvPr id="1480451469" name="Text 36"/>
          <p:cNvSpPr/>
          <p:nvPr/>
        </p:nvSpPr>
        <p:spPr bwMode="auto">
          <a:xfrm>
            <a:off x="5394960" y="3968496"/>
            <a:ext cx="146304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  <a:defRPr/>
            </a:pPr>
            <a:r>
              <a:rPr lang="en-US" sz="1300" b="1">
                <a:solidFill>
                  <a:srgbClr val="E67E22"/>
                </a:solidFill>
                <a:latin typeface="Trebuchet MS"/>
                <a:ea typeface="Trebuchet MS"/>
                <a:cs typeface="Trebuchet MS"/>
              </a:rPr>
              <a:t>18</a:t>
            </a:r>
            <a:endParaRPr lang="en-US" sz="1300"/>
          </a:p>
        </p:txBody>
      </p:sp>
      <p:sp>
        <p:nvSpPr>
          <p:cNvPr id="400244674" name="Text 37"/>
          <p:cNvSpPr/>
          <p:nvPr/>
        </p:nvSpPr>
        <p:spPr bwMode="auto">
          <a:xfrm>
            <a:off x="6949440" y="3968496"/>
            <a:ext cx="182880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  <a:defRPr/>
            </a:pPr>
            <a:r>
              <a:rPr lang="en-US" sz="1000">
                <a:solidFill>
                  <a:srgbClr val="8B949E"/>
                </a:solidFill>
                <a:latin typeface="Calibri"/>
                <a:ea typeface="Calibri"/>
                <a:cs typeface="Calibri"/>
              </a:rPr>
              <a:t>Alta</a:t>
            </a:r>
            <a:endParaRPr lang="en-US" sz="1000"/>
          </a:p>
        </p:txBody>
      </p:sp>
      <p:sp>
        <p:nvSpPr>
          <p:cNvPr id="37528665" name="Shape 38"/>
          <p:cNvSpPr/>
          <p:nvPr/>
        </p:nvSpPr>
        <p:spPr bwMode="auto">
          <a:xfrm>
            <a:off x="274320" y="4443984"/>
            <a:ext cx="8595360" cy="438912"/>
          </a:xfrm>
          <a:prstGeom prst="rect">
            <a:avLst/>
          </a:prstGeom>
          <a:solidFill>
            <a:srgbClr val="F0F4F8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474870535" name="Shape 39"/>
          <p:cNvSpPr/>
          <p:nvPr/>
        </p:nvSpPr>
        <p:spPr bwMode="auto">
          <a:xfrm>
            <a:off x="274320" y="4443984"/>
            <a:ext cx="73152" cy="438912"/>
          </a:xfrm>
          <a:prstGeom prst="rect">
            <a:avLst/>
          </a:prstGeom>
          <a:solidFill>
            <a:srgbClr val="C678DD"/>
          </a:solidFill>
          <a:ln w="12700">
            <a:solidFill>
              <a:srgbClr val="C678DD"/>
            </a:solidFill>
            <a:prstDash val="solid"/>
          </a:ln>
        </p:spPr>
      </p:sp>
      <p:sp>
        <p:nvSpPr>
          <p:cNvPr id="535254605" name="Text 40"/>
          <p:cNvSpPr/>
          <p:nvPr/>
        </p:nvSpPr>
        <p:spPr bwMode="auto">
          <a:xfrm>
            <a:off x="438912" y="4443984"/>
            <a:ext cx="3639312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  <a:defRPr/>
            </a:pPr>
            <a:r>
              <a:rPr lang="en-US" sz="1100">
                <a:solidFill>
                  <a:srgbClr val="1A1A2E"/>
                </a:solidFill>
                <a:latin typeface="Calibri"/>
                <a:ea typeface="Calibri"/>
                <a:cs typeface="Calibri"/>
              </a:rPr>
              <a:t>Interfaccia Utente (US23-US28)</a:t>
            </a:r>
            <a:endParaRPr lang="en-US" sz="1100"/>
          </a:p>
        </p:txBody>
      </p:sp>
      <p:sp>
        <p:nvSpPr>
          <p:cNvPr id="154414398" name="Text 41"/>
          <p:cNvSpPr/>
          <p:nvPr/>
        </p:nvSpPr>
        <p:spPr bwMode="auto">
          <a:xfrm>
            <a:off x="4114800" y="4443984"/>
            <a:ext cx="118872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  <a:defRPr/>
            </a:pPr>
            <a:r>
              <a:rPr lang="en-US" sz="1300" b="1">
                <a:solidFill>
                  <a:srgbClr val="C678DD"/>
                </a:solidFill>
                <a:latin typeface="Trebuchet MS"/>
                <a:ea typeface="Trebuchet MS"/>
                <a:cs typeface="Trebuchet MS"/>
              </a:rPr>
              <a:t>6</a:t>
            </a:r>
            <a:endParaRPr lang="en-US" sz="1300"/>
          </a:p>
        </p:txBody>
      </p:sp>
      <p:sp>
        <p:nvSpPr>
          <p:cNvPr id="1824061360" name="Text 42"/>
          <p:cNvSpPr/>
          <p:nvPr/>
        </p:nvSpPr>
        <p:spPr bwMode="auto">
          <a:xfrm>
            <a:off x="5394960" y="4443984"/>
            <a:ext cx="146304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  <a:defRPr/>
            </a:pPr>
            <a:r>
              <a:rPr lang="en-US" sz="1300" b="1">
                <a:solidFill>
                  <a:srgbClr val="C678DD"/>
                </a:solidFill>
                <a:latin typeface="Trebuchet MS"/>
                <a:ea typeface="Trebuchet MS"/>
                <a:cs typeface="Trebuchet MS"/>
              </a:rPr>
              <a:t>25</a:t>
            </a:r>
            <a:endParaRPr lang="en-US" sz="1300"/>
          </a:p>
        </p:txBody>
      </p:sp>
      <p:sp>
        <p:nvSpPr>
          <p:cNvPr id="688960868" name="Text 43"/>
          <p:cNvSpPr/>
          <p:nvPr/>
        </p:nvSpPr>
        <p:spPr bwMode="auto">
          <a:xfrm>
            <a:off x="6949440" y="4443984"/>
            <a:ext cx="182880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  <a:defRPr/>
            </a:pPr>
            <a:r>
              <a:rPr lang="en-US" sz="1000">
                <a:solidFill>
                  <a:srgbClr val="8B949E"/>
                </a:solidFill>
                <a:latin typeface="Calibri"/>
                <a:ea typeface="Calibri"/>
                <a:cs typeface="Calibri"/>
              </a:rPr>
              <a:t>Alta / Media</a:t>
            </a:r>
            <a:endParaRPr lang="en-US" sz="1000"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Slide 8">
    <p:bg>
      <p:bgPr shadeToTitle="0">
        <a:solidFill>
          <a:srgbClr val="F0F4F8"/>
        </a:solidFill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112892194" name="Shape 0"/>
          <p:cNvSpPr/>
          <p:nvPr/>
        </p:nvSpPr>
        <p:spPr bwMode="auto">
          <a:xfrm>
            <a:off x="0" y="0"/>
            <a:ext cx="9144000" cy="1005840"/>
          </a:xfrm>
          <a:prstGeom prst="rect">
            <a:avLst/>
          </a:prstGeom>
          <a:solidFill>
            <a:srgbClr val="0D1117"/>
          </a:solidFill>
          <a:ln w="12700">
            <a:solidFill>
              <a:srgbClr val="0D1117"/>
            </a:solidFill>
            <a:prstDash val="solid"/>
          </a:ln>
        </p:spPr>
      </p:sp>
      <p:sp>
        <p:nvSpPr>
          <p:cNvPr id="2147147362" name="Text 1"/>
          <p:cNvSpPr/>
          <p:nvPr/>
        </p:nvSpPr>
        <p:spPr bwMode="auto">
          <a:xfrm>
            <a:off x="457200" y="0"/>
            <a:ext cx="822960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  <a:defRPr/>
            </a:pPr>
            <a:r>
              <a:rPr lang="en-US" sz="2800" b="1">
                <a:solidFill>
                  <a:srgbClr val="FFFFFF"/>
                </a:solidFill>
                <a:latin typeface="Trebuchet MS"/>
                <a:ea typeface="Trebuchet MS"/>
                <a:cs typeface="Trebuchet MS"/>
              </a:rPr>
              <a:t>DEFINITION OF DONE</a:t>
            </a:r>
            <a:endParaRPr lang="en-US" sz="2800"/>
          </a:p>
        </p:txBody>
      </p:sp>
      <p:sp>
        <p:nvSpPr>
          <p:cNvPr id="2108803010" name="Shape 2"/>
          <p:cNvSpPr/>
          <p:nvPr/>
        </p:nvSpPr>
        <p:spPr bwMode="auto">
          <a:xfrm>
            <a:off x="0" y="1005840"/>
            <a:ext cx="9144000" cy="54864"/>
          </a:xfrm>
          <a:prstGeom prst="rect">
            <a:avLst/>
          </a:prstGeom>
          <a:solidFill>
            <a:srgbClr val="52B788"/>
          </a:solidFill>
          <a:ln w="12700">
            <a:solidFill>
              <a:srgbClr val="52B788"/>
            </a:solidFill>
            <a:prstDash val="solid"/>
          </a:ln>
        </p:spPr>
      </p:sp>
      <p:sp>
        <p:nvSpPr>
          <p:cNvPr id="1255480987" name="Shape 3"/>
          <p:cNvSpPr/>
          <p:nvPr/>
        </p:nvSpPr>
        <p:spPr bwMode="auto">
          <a:xfrm>
            <a:off x="274320" y="1234440"/>
            <a:ext cx="4114800" cy="1691640"/>
          </a:xfrm>
          <a:prstGeom prst="rect">
            <a:avLst/>
          </a:prstGeom>
          <a:solidFill>
            <a:srgbClr val="1B4332"/>
          </a:solidFill>
          <a:ln w="25400">
            <a:solidFill>
              <a:srgbClr val="52B788"/>
            </a:solidFill>
            <a:prstDash val="solid"/>
          </a:ln>
          <a:effectLst>
            <a:outerShdw blurRad="127000" dist="38100" dir="8100000" sx="100000" sy="100000" kx="0" ky="0" algn="bl" rotWithShape="0">
              <a:srgbClr val="000000">
                <a:alpha val="18000"/>
              </a:srgbClr>
            </a:outerShdw>
          </a:effectLst>
        </p:spPr>
      </p:sp>
      <p:sp>
        <p:nvSpPr>
          <p:cNvPr id="1726695746" name="Shape 4"/>
          <p:cNvSpPr/>
          <p:nvPr/>
        </p:nvSpPr>
        <p:spPr bwMode="auto">
          <a:xfrm>
            <a:off x="411480" y="1399032"/>
            <a:ext cx="457200" cy="457200"/>
          </a:xfrm>
          <a:prstGeom prst="ellipse">
            <a:avLst/>
          </a:prstGeom>
          <a:solidFill>
            <a:srgbClr val="52B788"/>
          </a:solidFill>
          <a:ln w="12700">
            <a:solidFill>
              <a:srgbClr val="52B788"/>
            </a:solidFill>
            <a:prstDash val="solid"/>
          </a:ln>
        </p:spPr>
      </p:sp>
      <p:sp>
        <p:nvSpPr>
          <p:cNvPr id="723719185" name="Text 5"/>
          <p:cNvSpPr/>
          <p:nvPr/>
        </p:nvSpPr>
        <p:spPr bwMode="auto">
          <a:xfrm>
            <a:off x="411480" y="1399032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  <a:defRPr/>
            </a:pPr>
            <a:r>
              <a:rPr lang="en-US" sz="1600" b="1">
                <a:solidFill>
                  <a:srgbClr val="FFFFFF"/>
                </a:solidFill>
                <a:latin typeface="Trebuchet MS"/>
                <a:ea typeface="Trebuchet MS"/>
                <a:cs typeface="Trebuchet MS"/>
              </a:rPr>
              <a:t>1</a:t>
            </a:r>
            <a:endParaRPr lang="en-US" sz="1600"/>
          </a:p>
        </p:txBody>
      </p:sp>
      <p:sp>
        <p:nvSpPr>
          <p:cNvPr id="1615156743" name="Text 6"/>
          <p:cNvSpPr/>
          <p:nvPr/>
        </p:nvSpPr>
        <p:spPr bwMode="auto">
          <a:xfrm>
            <a:off x="987552" y="1417320"/>
            <a:ext cx="32918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  <a:defRPr/>
            </a:pPr>
            <a:r>
              <a:rPr lang="en-US" sz="1300" b="1">
                <a:solidFill>
                  <a:srgbClr val="52B788"/>
                </a:solidFill>
                <a:latin typeface="Trebuchet MS"/>
                <a:ea typeface="Trebuchet MS"/>
                <a:cs typeface="Trebuchet MS"/>
              </a:rPr>
              <a:t>Criteri di Accettazione</a:t>
            </a:r>
            <a:endParaRPr lang="en-US" sz="1300"/>
          </a:p>
        </p:txBody>
      </p:sp>
      <p:sp>
        <p:nvSpPr>
          <p:cNvPr id="557335569" name="Text 7"/>
          <p:cNvSpPr/>
          <p:nvPr/>
        </p:nvSpPr>
        <p:spPr bwMode="auto">
          <a:xfrm>
            <a:off x="411480" y="1892808"/>
            <a:ext cx="384048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  <a:defRPr/>
            </a:pPr>
            <a:r>
              <a:rPr lang="en-US" sz="1050">
                <a:solidFill>
                  <a:srgbClr val="E6EDF3"/>
                </a:solidFill>
                <a:latin typeface="Calibri"/>
                <a:ea typeface="Calibri"/>
                <a:cs typeface="Calibri"/>
              </a:rPr>
              <a:t>Tutti i criteri di accettazione definiti nella User Story sono stati verificati e soddisfatti.</a:t>
            </a:r>
            <a:endParaRPr lang="en-US" sz="1050"/>
          </a:p>
        </p:txBody>
      </p:sp>
      <p:sp>
        <p:nvSpPr>
          <p:cNvPr id="410365253" name="Shape 8"/>
          <p:cNvSpPr/>
          <p:nvPr/>
        </p:nvSpPr>
        <p:spPr bwMode="auto">
          <a:xfrm>
            <a:off x="4709160" y="1234440"/>
            <a:ext cx="4114800" cy="1691640"/>
          </a:xfrm>
          <a:prstGeom prst="rect">
            <a:avLst/>
          </a:prstGeom>
          <a:solidFill>
            <a:srgbClr val="1A1C5A"/>
          </a:solidFill>
          <a:ln w="25400">
            <a:solidFill>
              <a:srgbClr val="4C8BF5"/>
            </a:solidFill>
            <a:prstDash val="solid"/>
          </a:ln>
          <a:effectLst>
            <a:outerShdw blurRad="127000" dist="38100" dir="8100000" sx="100000" sy="100000" kx="0" ky="0" algn="bl" rotWithShape="0">
              <a:srgbClr val="000000">
                <a:alpha val="18000"/>
              </a:srgbClr>
            </a:outerShdw>
          </a:effectLst>
        </p:spPr>
      </p:sp>
      <p:sp>
        <p:nvSpPr>
          <p:cNvPr id="721948055" name="Shape 9"/>
          <p:cNvSpPr/>
          <p:nvPr/>
        </p:nvSpPr>
        <p:spPr bwMode="auto">
          <a:xfrm>
            <a:off x="4846320" y="1399032"/>
            <a:ext cx="457200" cy="457200"/>
          </a:xfrm>
          <a:prstGeom prst="ellipse">
            <a:avLst/>
          </a:prstGeom>
          <a:solidFill>
            <a:srgbClr val="4C8BF5"/>
          </a:solidFill>
          <a:ln w="12700">
            <a:solidFill>
              <a:srgbClr val="4C8BF5"/>
            </a:solidFill>
            <a:prstDash val="solid"/>
          </a:ln>
        </p:spPr>
      </p:sp>
      <p:sp>
        <p:nvSpPr>
          <p:cNvPr id="1337569214" name="Text 10"/>
          <p:cNvSpPr/>
          <p:nvPr/>
        </p:nvSpPr>
        <p:spPr bwMode="auto">
          <a:xfrm>
            <a:off x="4846320" y="1399032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  <a:defRPr/>
            </a:pPr>
            <a:r>
              <a:rPr lang="en-US" sz="1600" b="1">
                <a:solidFill>
                  <a:srgbClr val="FFFFFF"/>
                </a:solidFill>
                <a:latin typeface="Trebuchet MS"/>
                <a:ea typeface="Trebuchet MS"/>
                <a:cs typeface="Trebuchet MS"/>
              </a:rPr>
              <a:t>2</a:t>
            </a:r>
            <a:endParaRPr lang="en-US" sz="1600"/>
          </a:p>
        </p:txBody>
      </p:sp>
      <p:sp>
        <p:nvSpPr>
          <p:cNvPr id="186315869" name="Text 11"/>
          <p:cNvSpPr/>
          <p:nvPr/>
        </p:nvSpPr>
        <p:spPr bwMode="auto">
          <a:xfrm>
            <a:off x="5422392" y="1417320"/>
            <a:ext cx="32918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  <a:defRPr/>
            </a:pPr>
            <a:r>
              <a:rPr lang="en-US" sz="1300" b="1">
                <a:solidFill>
                  <a:srgbClr val="4C8BF5"/>
                </a:solidFill>
                <a:latin typeface="Trebuchet MS"/>
                <a:ea typeface="Trebuchet MS"/>
                <a:cs typeface="Trebuchet MS"/>
              </a:rPr>
              <a:t>Unit Test &amp; Integrazione</a:t>
            </a:r>
            <a:endParaRPr lang="en-US" sz="1300"/>
          </a:p>
        </p:txBody>
      </p:sp>
      <p:sp>
        <p:nvSpPr>
          <p:cNvPr id="1508642754" name="Text 12"/>
          <p:cNvSpPr/>
          <p:nvPr/>
        </p:nvSpPr>
        <p:spPr bwMode="auto">
          <a:xfrm>
            <a:off x="4846320" y="1892808"/>
            <a:ext cx="384048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  <a:defRPr/>
            </a:pPr>
            <a:r>
              <a:rPr lang="en-US" sz="1050">
                <a:solidFill>
                  <a:srgbClr val="E6EDF3"/>
                </a:solidFill>
                <a:latin typeface="Calibri"/>
                <a:ea typeface="Calibri"/>
                <a:cs typeface="Calibri"/>
              </a:rPr>
              <a:t>Scritti ed eseguiti con successo gli unit test automatizzati (JUnit) e test di integrazione a copertura della nuova logica di business.</a:t>
            </a:r>
            <a:endParaRPr lang="en-US" sz="1050"/>
          </a:p>
        </p:txBody>
      </p:sp>
      <p:sp>
        <p:nvSpPr>
          <p:cNvPr id="1987534535" name="Shape 13"/>
          <p:cNvSpPr/>
          <p:nvPr/>
        </p:nvSpPr>
        <p:spPr bwMode="auto">
          <a:xfrm>
            <a:off x="274320" y="3108960"/>
            <a:ext cx="4114800" cy="1691640"/>
          </a:xfrm>
          <a:prstGeom prst="rect">
            <a:avLst/>
          </a:prstGeom>
          <a:solidFill>
            <a:srgbClr val="4A2C0A"/>
          </a:solidFill>
          <a:ln w="25400">
            <a:solidFill>
              <a:srgbClr val="E67E22"/>
            </a:solidFill>
            <a:prstDash val="solid"/>
          </a:ln>
          <a:effectLst>
            <a:outerShdw blurRad="127000" dist="38100" dir="8100000" sx="100000" sy="100000" kx="0" ky="0" algn="bl" rotWithShape="0">
              <a:srgbClr val="000000">
                <a:alpha val="18000"/>
              </a:srgbClr>
            </a:outerShdw>
          </a:effectLst>
        </p:spPr>
      </p:sp>
      <p:sp>
        <p:nvSpPr>
          <p:cNvPr id="558056936" name="Shape 14"/>
          <p:cNvSpPr/>
          <p:nvPr/>
        </p:nvSpPr>
        <p:spPr bwMode="auto">
          <a:xfrm>
            <a:off x="411480" y="3273552"/>
            <a:ext cx="457200" cy="457200"/>
          </a:xfrm>
          <a:prstGeom prst="ellipse">
            <a:avLst/>
          </a:prstGeom>
          <a:solidFill>
            <a:srgbClr val="E67E22"/>
          </a:solidFill>
          <a:ln w="12700">
            <a:solidFill>
              <a:srgbClr val="E67E22"/>
            </a:solidFill>
            <a:prstDash val="solid"/>
          </a:ln>
        </p:spPr>
      </p:sp>
      <p:sp>
        <p:nvSpPr>
          <p:cNvPr id="1376142805" name="Text 15"/>
          <p:cNvSpPr/>
          <p:nvPr/>
        </p:nvSpPr>
        <p:spPr bwMode="auto">
          <a:xfrm>
            <a:off x="411480" y="3273552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  <a:defRPr/>
            </a:pPr>
            <a:r>
              <a:rPr lang="en-US" sz="1600" b="1">
                <a:solidFill>
                  <a:srgbClr val="FFFFFF"/>
                </a:solidFill>
                <a:latin typeface="Trebuchet MS"/>
                <a:ea typeface="Trebuchet MS"/>
                <a:cs typeface="Trebuchet MS"/>
              </a:rPr>
              <a:t>3</a:t>
            </a:r>
            <a:endParaRPr lang="en-US" sz="1600"/>
          </a:p>
        </p:txBody>
      </p:sp>
      <p:sp>
        <p:nvSpPr>
          <p:cNvPr id="2046567021" name="Text 16"/>
          <p:cNvSpPr/>
          <p:nvPr/>
        </p:nvSpPr>
        <p:spPr bwMode="auto">
          <a:xfrm>
            <a:off x="987552" y="3291840"/>
            <a:ext cx="32918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  <a:defRPr/>
            </a:pPr>
            <a:r>
              <a:rPr lang="en-US" sz="1300" b="1">
                <a:solidFill>
                  <a:srgbClr val="E67E22"/>
                </a:solidFill>
                <a:latin typeface="Trebuchet MS"/>
                <a:ea typeface="Trebuchet MS"/>
                <a:cs typeface="Trebuchet MS"/>
              </a:rPr>
              <a:t>Qualità del Codice</a:t>
            </a:r>
            <a:endParaRPr lang="en-US" sz="1300"/>
          </a:p>
        </p:txBody>
      </p:sp>
      <p:sp>
        <p:nvSpPr>
          <p:cNvPr id="613013626" name="Text 17"/>
          <p:cNvSpPr/>
          <p:nvPr/>
        </p:nvSpPr>
        <p:spPr bwMode="auto">
          <a:xfrm>
            <a:off x="411480" y="3767328"/>
            <a:ext cx="384048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  <a:defRPr/>
            </a:pPr>
            <a:r>
              <a:rPr lang="en-US" sz="1050">
                <a:solidFill>
                  <a:srgbClr val="E6EDF3"/>
                </a:solidFill>
                <a:latin typeface="Calibri"/>
                <a:ea typeface="Calibri"/>
                <a:cs typeface="Calibri"/>
              </a:rPr>
              <a:t>Codice pulito, privo di errori di compilazione e commentato. Documentazione Javadoc per classi e metodi pubblici, nel rispetto delle convenzioni Java.</a:t>
            </a:r>
            <a:endParaRPr lang="en-US" sz="1050"/>
          </a:p>
        </p:txBody>
      </p:sp>
      <p:sp>
        <p:nvSpPr>
          <p:cNvPr id="1832615881" name="Shape 18"/>
          <p:cNvSpPr/>
          <p:nvPr/>
        </p:nvSpPr>
        <p:spPr bwMode="auto">
          <a:xfrm>
            <a:off x="4709160" y="3108960"/>
            <a:ext cx="4114800" cy="1691640"/>
          </a:xfrm>
          <a:prstGeom prst="rect">
            <a:avLst/>
          </a:prstGeom>
          <a:solidFill>
            <a:srgbClr val="4A1942"/>
          </a:solidFill>
          <a:ln w="25400">
            <a:solidFill>
              <a:srgbClr val="C678DD"/>
            </a:solidFill>
            <a:prstDash val="solid"/>
          </a:ln>
          <a:effectLst>
            <a:outerShdw blurRad="127000" dist="38100" dir="8100000" sx="100000" sy="100000" kx="0" ky="0" algn="bl" rotWithShape="0">
              <a:srgbClr val="000000">
                <a:alpha val="18000"/>
              </a:srgbClr>
            </a:outerShdw>
          </a:effectLst>
        </p:spPr>
      </p:sp>
      <p:sp>
        <p:nvSpPr>
          <p:cNvPr id="1979672096" name="Shape 19"/>
          <p:cNvSpPr/>
          <p:nvPr/>
        </p:nvSpPr>
        <p:spPr bwMode="auto">
          <a:xfrm>
            <a:off x="4846320" y="3273552"/>
            <a:ext cx="457200" cy="457200"/>
          </a:xfrm>
          <a:prstGeom prst="ellipse">
            <a:avLst/>
          </a:prstGeom>
          <a:solidFill>
            <a:srgbClr val="C678DD"/>
          </a:solidFill>
          <a:ln w="12700">
            <a:solidFill>
              <a:srgbClr val="C678DD"/>
            </a:solidFill>
            <a:prstDash val="solid"/>
          </a:ln>
        </p:spPr>
      </p:sp>
      <p:sp>
        <p:nvSpPr>
          <p:cNvPr id="56608087" name="Text 20"/>
          <p:cNvSpPr/>
          <p:nvPr/>
        </p:nvSpPr>
        <p:spPr bwMode="auto">
          <a:xfrm>
            <a:off x="4846320" y="3273552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  <a:defRPr/>
            </a:pPr>
            <a:r>
              <a:rPr lang="en-US" sz="1600" b="1">
                <a:solidFill>
                  <a:srgbClr val="FFFFFF"/>
                </a:solidFill>
                <a:latin typeface="Trebuchet MS"/>
                <a:ea typeface="Trebuchet MS"/>
                <a:cs typeface="Trebuchet MS"/>
              </a:rPr>
              <a:t>4</a:t>
            </a:r>
            <a:endParaRPr lang="en-US" sz="1600"/>
          </a:p>
        </p:txBody>
      </p:sp>
      <p:sp>
        <p:nvSpPr>
          <p:cNvPr id="343769458" name="Text 21"/>
          <p:cNvSpPr/>
          <p:nvPr/>
        </p:nvSpPr>
        <p:spPr bwMode="auto">
          <a:xfrm>
            <a:off x="5422392" y="3291840"/>
            <a:ext cx="32918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  <a:defRPr/>
            </a:pPr>
            <a:r>
              <a:rPr lang="en-US" sz="1300" b="1">
                <a:solidFill>
                  <a:srgbClr val="C678DD"/>
                </a:solidFill>
                <a:latin typeface="Trebuchet MS"/>
                <a:ea typeface="Trebuchet MS"/>
                <a:cs typeface="Trebuchet MS"/>
              </a:rPr>
              <a:t>Code Review su GitHub</a:t>
            </a:r>
            <a:endParaRPr lang="en-US" sz="1300"/>
          </a:p>
        </p:txBody>
      </p:sp>
      <p:sp>
        <p:nvSpPr>
          <p:cNvPr id="2131601765" name="Text 22"/>
          <p:cNvSpPr/>
          <p:nvPr/>
        </p:nvSpPr>
        <p:spPr bwMode="auto">
          <a:xfrm>
            <a:off x="4846320" y="3767328"/>
            <a:ext cx="384048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  <a:defRPr/>
            </a:pPr>
            <a:r>
              <a:rPr lang="en-US" sz="1050">
                <a:solidFill>
                  <a:srgbClr val="E6EDF3"/>
                </a:solidFill>
                <a:latin typeface="Calibri"/>
                <a:ea typeface="Calibri"/>
                <a:cs typeface="Calibri"/>
              </a:rPr>
              <a:t>Codice caricato nel repository GitHub e sottoposto a peer review da almeno un membro del tea</a:t>
            </a:r>
            <a:r>
              <a:rPr lang="it-IT" sz="1050">
                <a:solidFill>
                  <a:srgbClr val="E6EDF3"/>
                </a:solidFill>
                <a:latin typeface="Calibri"/>
                <a:ea typeface="Calibri"/>
                <a:cs typeface="Calibri"/>
              </a:rPr>
              <a:t>m.</a:t>
            </a:r>
            <a:endParaRPr lang="en-US" sz="1050"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Slide 9">
    <p:bg>
      <p:bgPr shadeToTitle="0">
        <a:solidFill>
          <a:srgbClr val="F0F4F8"/>
        </a:solidFill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600936772" name="Shape 0"/>
          <p:cNvSpPr/>
          <p:nvPr/>
        </p:nvSpPr>
        <p:spPr bwMode="auto">
          <a:xfrm>
            <a:off x="0" y="0"/>
            <a:ext cx="9144000" cy="1005840"/>
          </a:xfrm>
          <a:prstGeom prst="rect">
            <a:avLst/>
          </a:prstGeom>
          <a:solidFill>
            <a:srgbClr val="0D1117"/>
          </a:solidFill>
          <a:ln w="12700">
            <a:solidFill>
              <a:srgbClr val="0D1117"/>
            </a:solidFill>
            <a:prstDash val="solid"/>
          </a:ln>
        </p:spPr>
      </p:sp>
      <p:sp>
        <p:nvSpPr>
          <p:cNvPr id="387359207" name="Text 1"/>
          <p:cNvSpPr/>
          <p:nvPr/>
        </p:nvSpPr>
        <p:spPr bwMode="auto">
          <a:xfrm>
            <a:off x="457200" y="0"/>
            <a:ext cx="822960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  <a:defRPr/>
            </a:pPr>
            <a:r>
              <a:rPr lang="en-US" sz="2800" b="1">
                <a:solidFill>
                  <a:srgbClr val="FFFFFF"/>
                </a:solidFill>
                <a:latin typeface="Trebuchet MS"/>
                <a:ea typeface="Trebuchet MS"/>
                <a:cs typeface="Trebuchet MS"/>
              </a:rPr>
              <a:t>FIRST SPRINT PLANNING</a:t>
            </a:r>
            <a:endParaRPr lang="en-US" sz="2800"/>
          </a:p>
        </p:txBody>
      </p:sp>
      <p:sp>
        <p:nvSpPr>
          <p:cNvPr id="1228106750" name="Shape 2"/>
          <p:cNvSpPr/>
          <p:nvPr/>
        </p:nvSpPr>
        <p:spPr bwMode="auto">
          <a:xfrm>
            <a:off x="0" y="1005840"/>
            <a:ext cx="9144000" cy="54864"/>
          </a:xfrm>
          <a:prstGeom prst="rect">
            <a:avLst/>
          </a:prstGeom>
          <a:solidFill>
            <a:srgbClr val="52B788"/>
          </a:solidFill>
          <a:ln w="12700">
            <a:solidFill>
              <a:srgbClr val="52B788"/>
            </a:solidFill>
            <a:prstDash val="solid"/>
          </a:ln>
        </p:spPr>
      </p:sp>
      <p:sp>
        <p:nvSpPr>
          <p:cNvPr id="1626606328" name="Shape 3"/>
          <p:cNvSpPr/>
          <p:nvPr/>
        </p:nvSpPr>
        <p:spPr bwMode="auto">
          <a:xfrm>
            <a:off x="274320" y="1170432"/>
            <a:ext cx="8595360" cy="411480"/>
          </a:xfrm>
          <a:prstGeom prst="rect">
            <a:avLst/>
          </a:prstGeom>
          <a:solidFill>
            <a:srgbClr val="1B4332"/>
          </a:solidFill>
          <a:ln w="12700">
            <a:solidFill>
              <a:srgbClr val="52B788"/>
            </a:solidFill>
            <a:prstDash val="solid"/>
          </a:ln>
        </p:spPr>
      </p:sp>
      <p:sp>
        <p:nvSpPr>
          <p:cNvPr id="1428908610" name="Text 4"/>
          <p:cNvSpPr/>
          <p:nvPr/>
        </p:nvSpPr>
        <p:spPr bwMode="auto">
          <a:xfrm>
            <a:off x="365760" y="1170432"/>
            <a:ext cx="8412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  <a:defRPr/>
            </a:pPr>
            <a:r>
              <a:rPr lang="en-US" sz="1400" b="1">
                <a:solidFill>
                  <a:srgbClr val="52B788"/>
                </a:solidFill>
                <a:latin typeface="Trebuchet MS"/>
                <a:ea typeface="Trebuchet MS"/>
                <a:cs typeface="Trebuchet MS"/>
              </a:rPr>
              <a:t>Sprint 1  ·  12 User Stories  ·  27 Story Points</a:t>
            </a:r>
            <a:endParaRPr lang="en-US" sz="1400"/>
          </a:p>
        </p:txBody>
      </p:sp>
      <p:sp>
        <p:nvSpPr>
          <p:cNvPr id="815929420" name="Shape 5"/>
          <p:cNvSpPr/>
          <p:nvPr/>
        </p:nvSpPr>
        <p:spPr bwMode="auto">
          <a:xfrm>
            <a:off x="274320" y="1719072"/>
            <a:ext cx="4206240" cy="4572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27000" dist="38100" dir="8100000" sx="100000" sy="100000" kx="0" ky="0" algn="bl" rotWithShape="0">
              <a:srgbClr val="000000">
                <a:alpha val="18000"/>
              </a:srgbClr>
            </a:outerShdw>
          </a:effectLst>
        </p:spPr>
      </p:sp>
      <p:sp>
        <p:nvSpPr>
          <p:cNvPr id="1310635385" name="Shape 6"/>
          <p:cNvSpPr/>
          <p:nvPr/>
        </p:nvSpPr>
        <p:spPr bwMode="auto">
          <a:xfrm>
            <a:off x="274320" y="1719072"/>
            <a:ext cx="64008" cy="457200"/>
          </a:xfrm>
          <a:prstGeom prst="rect">
            <a:avLst/>
          </a:prstGeom>
          <a:solidFill>
            <a:srgbClr val="52B788"/>
          </a:solidFill>
          <a:ln w="12700">
            <a:solidFill>
              <a:srgbClr val="52B788"/>
            </a:solidFill>
            <a:prstDash val="solid"/>
          </a:ln>
        </p:spPr>
      </p:sp>
      <p:sp>
        <p:nvSpPr>
          <p:cNvPr id="839137505" name="Text 7"/>
          <p:cNvSpPr/>
          <p:nvPr/>
        </p:nvSpPr>
        <p:spPr bwMode="auto">
          <a:xfrm>
            <a:off x="411480" y="1719072"/>
            <a:ext cx="5943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  <a:defRPr/>
            </a:pPr>
            <a:r>
              <a:rPr lang="en-US" sz="1100" b="1">
                <a:solidFill>
                  <a:srgbClr val="52B788"/>
                </a:solidFill>
                <a:latin typeface="Trebuchet MS"/>
                <a:ea typeface="Trebuchet MS"/>
                <a:cs typeface="Trebuchet MS"/>
              </a:rPr>
              <a:t>US1</a:t>
            </a:r>
            <a:endParaRPr lang="en-US" sz="1100"/>
          </a:p>
        </p:txBody>
      </p:sp>
      <p:sp>
        <p:nvSpPr>
          <p:cNvPr id="1110846035" name="Text 8"/>
          <p:cNvSpPr/>
          <p:nvPr/>
        </p:nvSpPr>
        <p:spPr bwMode="auto">
          <a:xfrm>
            <a:off x="1024128" y="1719072"/>
            <a:ext cx="2743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  <a:defRPr/>
            </a:pPr>
            <a:r>
              <a:rPr lang="en-US" sz="1050">
                <a:solidFill>
                  <a:srgbClr val="1A1A2E"/>
                </a:solidFill>
                <a:latin typeface="Calibri"/>
                <a:ea typeface="Calibri"/>
                <a:cs typeface="Calibri"/>
              </a:rPr>
              <a:t>Creazione Tracce</a:t>
            </a:r>
            <a:endParaRPr lang="en-US" sz="1050"/>
          </a:p>
        </p:txBody>
      </p:sp>
      <p:sp>
        <p:nvSpPr>
          <p:cNvPr id="1595269623" name="Shape 9"/>
          <p:cNvSpPr/>
          <p:nvPr/>
        </p:nvSpPr>
        <p:spPr bwMode="auto">
          <a:xfrm>
            <a:off x="3822192" y="1810512"/>
            <a:ext cx="274320" cy="274320"/>
          </a:xfrm>
          <a:prstGeom prst="ellipse">
            <a:avLst/>
          </a:prstGeom>
          <a:solidFill>
            <a:srgbClr val="52B788"/>
          </a:solidFill>
          <a:ln w="12700">
            <a:solidFill>
              <a:srgbClr val="52B788"/>
            </a:solidFill>
            <a:prstDash val="solid"/>
          </a:ln>
        </p:spPr>
      </p:sp>
      <p:sp>
        <p:nvSpPr>
          <p:cNvPr id="1185923487" name="Text 10"/>
          <p:cNvSpPr/>
          <p:nvPr/>
        </p:nvSpPr>
        <p:spPr bwMode="auto">
          <a:xfrm>
            <a:off x="3822192" y="1810512"/>
            <a:ext cx="274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  <a:defRPr/>
            </a:pPr>
            <a:r>
              <a:rPr lang="en-US" sz="900" b="1">
                <a:solidFill>
                  <a:srgbClr val="FFFFFF"/>
                </a:solidFill>
                <a:latin typeface="Trebuchet MS"/>
                <a:ea typeface="Trebuchet MS"/>
                <a:cs typeface="Trebuchet MS"/>
              </a:rPr>
              <a:t>5</a:t>
            </a:r>
            <a:endParaRPr lang="en-US" sz="900"/>
          </a:p>
        </p:txBody>
      </p:sp>
      <p:sp>
        <p:nvSpPr>
          <p:cNvPr id="357556830" name="Shape 11"/>
          <p:cNvSpPr/>
          <p:nvPr/>
        </p:nvSpPr>
        <p:spPr bwMode="auto">
          <a:xfrm>
            <a:off x="274320" y="2240280"/>
            <a:ext cx="4206240" cy="4572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27000" dist="38100" dir="8100000" sx="100000" sy="100000" kx="0" ky="0" algn="bl" rotWithShape="0">
              <a:srgbClr val="000000">
                <a:alpha val="18000"/>
              </a:srgbClr>
            </a:outerShdw>
          </a:effectLst>
        </p:spPr>
      </p:sp>
      <p:sp>
        <p:nvSpPr>
          <p:cNvPr id="1428596276" name="Shape 12"/>
          <p:cNvSpPr/>
          <p:nvPr/>
        </p:nvSpPr>
        <p:spPr bwMode="auto">
          <a:xfrm>
            <a:off x="274320" y="2240280"/>
            <a:ext cx="64008" cy="457200"/>
          </a:xfrm>
          <a:prstGeom prst="rect">
            <a:avLst/>
          </a:prstGeom>
          <a:solidFill>
            <a:srgbClr val="52B788"/>
          </a:solidFill>
          <a:ln w="12700">
            <a:solidFill>
              <a:srgbClr val="52B788"/>
            </a:solidFill>
            <a:prstDash val="solid"/>
          </a:ln>
        </p:spPr>
      </p:sp>
      <p:sp>
        <p:nvSpPr>
          <p:cNvPr id="1432469774" name="Text 13"/>
          <p:cNvSpPr/>
          <p:nvPr/>
        </p:nvSpPr>
        <p:spPr bwMode="auto">
          <a:xfrm>
            <a:off x="411480" y="2240280"/>
            <a:ext cx="5943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  <a:defRPr/>
            </a:pPr>
            <a:r>
              <a:rPr lang="en-US" sz="1100" b="1">
                <a:solidFill>
                  <a:srgbClr val="52B788"/>
                </a:solidFill>
                <a:latin typeface="Trebuchet MS"/>
                <a:ea typeface="Trebuchet MS"/>
                <a:cs typeface="Trebuchet MS"/>
              </a:rPr>
              <a:t>US2</a:t>
            </a:r>
            <a:endParaRPr lang="en-US" sz="1100"/>
          </a:p>
        </p:txBody>
      </p:sp>
      <p:sp>
        <p:nvSpPr>
          <p:cNvPr id="423755681" name="Text 14"/>
          <p:cNvSpPr/>
          <p:nvPr/>
        </p:nvSpPr>
        <p:spPr bwMode="auto">
          <a:xfrm>
            <a:off x="1024128" y="2240280"/>
            <a:ext cx="2743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  <a:defRPr/>
            </a:pPr>
            <a:r>
              <a:rPr lang="en-US" sz="1050">
                <a:solidFill>
                  <a:srgbClr val="1A1A2E"/>
                </a:solidFill>
                <a:latin typeface="Calibri"/>
                <a:ea typeface="Calibri"/>
                <a:cs typeface="Calibri"/>
              </a:rPr>
              <a:t>Modifica Tracce</a:t>
            </a:r>
            <a:endParaRPr lang="en-US" sz="1050"/>
          </a:p>
        </p:txBody>
      </p:sp>
      <p:sp>
        <p:nvSpPr>
          <p:cNvPr id="1698258043" name="Shape 15"/>
          <p:cNvSpPr/>
          <p:nvPr/>
        </p:nvSpPr>
        <p:spPr bwMode="auto">
          <a:xfrm>
            <a:off x="3822192" y="2331720"/>
            <a:ext cx="274320" cy="274320"/>
          </a:xfrm>
          <a:prstGeom prst="ellipse">
            <a:avLst/>
          </a:prstGeom>
          <a:solidFill>
            <a:srgbClr val="52B788"/>
          </a:solidFill>
          <a:ln w="12700">
            <a:solidFill>
              <a:srgbClr val="52B788"/>
            </a:solidFill>
            <a:prstDash val="solid"/>
          </a:ln>
        </p:spPr>
      </p:sp>
      <p:sp>
        <p:nvSpPr>
          <p:cNvPr id="1942472637" name="Text 16"/>
          <p:cNvSpPr/>
          <p:nvPr/>
        </p:nvSpPr>
        <p:spPr bwMode="auto">
          <a:xfrm>
            <a:off x="3822192" y="2331720"/>
            <a:ext cx="274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  <a:defRPr/>
            </a:pPr>
            <a:r>
              <a:rPr lang="en-US" sz="900" b="1">
                <a:solidFill>
                  <a:srgbClr val="FFFFFF"/>
                </a:solidFill>
                <a:latin typeface="Trebuchet MS"/>
                <a:ea typeface="Trebuchet MS"/>
                <a:cs typeface="Trebuchet MS"/>
              </a:rPr>
              <a:t>3</a:t>
            </a:r>
            <a:endParaRPr lang="en-US" sz="900"/>
          </a:p>
        </p:txBody>
      </p:sp>
      <p:sp>
        <p:nvSpPr>
          <p:cNvPr id="1245285396" name="Shape 17"/>
          <p:cNvSpPr/>
          <p:nvPr/>
        </p:nvSpPr>
        <p:spPr bwMode="auto">
          <a:xfrm>
            <a:off x="274320" y="2761488"/>
            <a:ext cx="4206240" cy="4572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27000" dist="38100" dir="8100000" sx="100000" sy="100000" kx="0" ky="0" algn="bl" rotWithShape="0">
              <a:srgbClr val="000000">
                <a:alpha val="18000"/>
              </a:srgbClr>
            </a:outerShdw>
          </a:effectLst>
        </p:spPr>
      </p:sp>
      <p:sp>
        <p:nvSpPr>
          <p:cNvPr id="1626701026" name="Shape 18"/>
          <p:cNvSpPr/>
          <p:nvPr/>
        </p:nvSpPr>
        <p:spPr bwMode="auto">
          <a:xfrm>
            <a:off x="274320" y="2761488"/>
            <a:ext cx="64008" cy="457200"/>
          </a:xfrm>
          <a:prstGeom prst="rect">
            <a:avLst/>
          </a:prstGeom>
          <a:solidFill>
            <a:srgbClr val="52B788"/>
          </a:solidFill>
          <a:ln w="12700">
            <a:solidFill>
              <a:srgbClr val="52B788"/>
            </a:solidFill>
            <a:prstDash val="solid"/>
          </a:ln>
        </p:spPr>
      </p:sp>
      <p:sp>
        <p:nvSpPr>
          <p:cNvPr id="1642166533" name="Text 19"/>
          <p:cNvSpPr/>
          <p:nvPr/>
        </p:nvSpPr>
        <p:spPr bwMode="auto">
          <a:xfrm>
            <a:off x="411480" y="2761488"/>
            <a:ext cx="5943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  <a:defRPr/>
            </a:pPr>
            <a:r>
              <a:rPr lang="en-US" sz="1100" b="1">
                <a:solidFill>
                  <a:srgbClr val="52B788"/>
                </a:solidFill>
                <a:latin typeface="Trebuchet MS"/>
                <a:ea typeface="Trebuchet MS"/>
                <a:cs typeface="Trebuchet MS"/>
              </a:rPr>
              <a:t>US3</a:t>
            </a:r>
            <a:endParaRPr lang="en-US" sz="1100"/>
          </a:p>
        </p:txBody>
      </p:sp>
      <p:sp>
        <p:nvSpPr>
          <p:cNvPr id="1142984739" name="Text 20"/>
          <p:cNvSpPr/>
          <p:nvPr/>
        </p:nvSpPr>
        <p:spPr bwMode="auto">
          <a:xfrm>
            <a:off x="1024128" y="2761488"/>
            <a:ext cx="2743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  <a:defRPr/>
            </a:pPr>
            <a:r>
              <a:rPr lang="en-US" sz="1050">
                <a:solidFill>
                  <a:srgbClr val="1A1A2E"/>
                </a:solidFill>
                <a:latin typeface="Calibri"/>
                <a:ea typeface="Calibri"/>
                <a:cs typeface="Calibri"/>
              </a:rPr>
              <a:t>Eliminazione Tracce</a:t>
            </a:r>
            <a:endParaRPr lang="en-US" sz="1050"/>
          </a:p>
        </p:txBody>
      </p:sp>
      <p:sp>
        <p:nvSpPr>
          <p:cNvPr id="2000613417" name="Shape 21"/>
          <p:cNvSpPr/>
          <p:nvPr/>
        </p:nvSpPr>
        <p:spPr bwMode="auto">
          <a:xfrm>
            <a:off x="3822192" y="2852928"/>
            <a:ext cx="274320" cy="274320"/>
          </a:xfrm>
          <a:prstGeom prst="ellipse">
            <a:avLst/>
          </a:prstGeom>
          <a:solidFill>
            <a:srgbClr val="52B788"/>
          </a:solidFill>
          <a:ln w="12700">
            <a:solidFill>
              <a:srgbClr val="52B788"/>
            </a:solidFill>
            <a:prstDash val="solid"/>
          </a:ln>
        </p:spPr>
      </p:sp>
      <p:sp>
        <p:nvSpPr>
          <p:cNvPr id="1179771584" name="Text 22"/>
          <p:cNvSpPr/>
          <p:nvPr/>
        </p:nvSpPr>
        <p:spPr bwMode="auto">
          <a:xfrm>
            <a:off x="3822192" y="2852928"/>
            <a:ext cx="274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  <a:defRPr/>
            </a:pPr>
            <a:r>
              <a:rPr lang="en-US" sz="900" b="1">
                <a:solidFill>
                  <a:srgbClr val="FFFFFF"/>
                </a:solidFill>
                <a:latin typeface="Trebuchet MS"/>
                <a:ea typeface="Trebuchet MS"/>
                <a:cs typeface="Trebuchet MS"/>
              </a:rPr>
              <a:t>2</a:t>
            </a:r>
            <a:endParaRPr lang="en-US" sz="900"/>
          </a:p>
        </p:txBody>
      </p:sp>
      <p:sp>
        <p:nvSpPr>
          <p:cNvPr id="1128285140" name="Shape 23"/>
          <p:cNvSpPr/>
          <p:nvPr/>
        </p:nvSpPr>
        <p:spPr bwMode="auto">
          <a:xfrm>
            <a:off x="274320" y="3282696"/>
            <a:ext cx="4206240" cy="4572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27000" dist="38100" dir="8100000" sx="100000" sy="100000" kx="0" ky="0" algn="bl" rotWithShape="0">
              <a:srgbClr val="000000">
                <a:alpha val="18000"/>
              </a:srgbClr>
            </a:outerShdw>
          </a:effectLst>
        </p:spPr>
      </p:sp>
      <p:sp>
        <p:nvSpPr>
          <p:cNvPr id="1911584270" name="Shape 24"/>
          <p:cNvSpPr/>
          <p:nvPr/>
        </p:nvSpPr>
        <p:spPr bwMode="auto">
          <a:xfrm>
            <a:off x="274320" y="3282696"/>
            <a:ext cx="64008" cy="457200"/>
          </a:xfrm>
          <a:prstGeom prst="rect">
            <a:avLst/>
          </a:prstGeom>
          <a:solidFill>
            <a:srgbClr val="52B788"/>
          </a:solidFill>
          <a:ln w="12700">
            <a:solidFill>
              <a:srgbClr val="52B788"/>
            </a:solidFill>
            <a:prstDash val="solid"/>
          </a:ln>
        </p:spPr>
      </p:sp>
      <p:sp>
        <p:nvSpPr>
          <p:cNvPr id="186620393" name="Text 25"/>
          <p:cNvSpPr/>
          <p:nvPr/>
        </p:nvSpPr>
        <p:spPr bwMode="auto">
          <a:xfrm>
            <a:off x="411480" y="3282696"/>
            <a:ext cx="5943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  <a:defRPr/>
            </a:pPr>
            <a:r>
              <a:rPr lang="en-US" sz="1100" b="1">
                <a:solidFill>
                  <a:srgbClr val="52B788"/>
                </a:solidFill>
                <a:latin typeface="Trebuchet MS"/>
                <a:ea typeface="Trebuchet MS"/>
                <a:cs typeface="Trebuchet MS"/>
              </a:rPr>
              <a:t>US4</a:t>
            </a:r>
            <a:endParaRPr lang="en-US" sz="1100"/>
          </a:p>
        </p:txBody>
      </p:sp>
      <p:sp>
        <p:nvSpPr>
          <p:cNvPr id="2077635163" name="Text 26"/>
          <p:cNvSpPr/>
          <p:nvPr/>
        </p:nvSpPr>
        <p:spPr bwMode="auto">
          <a:xfrm>
            <a:off x="1024128" y="3282696"/>
            <a:ext cx="2743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  <a:defRPr/>
            </a:pPr>
            <a:r>
              <a:rPr lang="en-US" sz="1050">
                <a:solidFill>
                  <a:srgbClr val="1A1A2E"/>
                </a:solidFill>
                <a:latin typeface="Calibri"/>
                <a:ea typeface="Calibri"/>
                <a:cs typeface="Calibri"/>
              </a:rPr>
              <a:t>Visualizzazione Tracce</a:t>
            </a:r>
            <a:endParaRPr lang="en-US" sz="1050"/>
          </a:p>
        </p:txBody>
      </p:sp>
      <p:sp>
        <p:nvSpPr>
          <p:cNvPr id="493475720" name="Shape 27"/>
          <p:cNvSpPr/>
          <p:nvPr/>
        </p:nvSpPr>
        <p:spPr bwMode="auto">
          <a:xfrm>
            <a:off x="3822192" y="3374136"/>
            <a:ext cx="274320" cy="274320"/>
          </a:xfrm>
          <a:prstGeom prst="ellipse">
            <a:avLst/>
          </a:prstGeom>
          <a:solidFill>
            <a:srgbClr val="52B788"/>
          </a:solidFill>
          <a:ln w="12700">
            <a:solidFill>
              <a:srgbClr val="52B788"/>
            </a:solidFill>
            <a:prstDash val="solid"/>
          </a:ln>
        </p:spPr>
      </p:sp>
      <p:sp>
        <p:nvSpPr>
          <p:cNvPr id="190810774" name="Text 28"/>
          <p:cNvSpPr/>
          <p:nvPr/>
        </p:nvSpPr>
        <p:spPr bwMode="auto">
          <a:xfrm>
            <a:off x="3822192" y="3374136"/>
            <a:ext cx="274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  <a:defRPr/>
            </a:pPr>
            <a:r>
              <a:rPr lang="en-US" sz="900" b="1">
                <a:solidFill>
                  <a:srgbClr val="FFFFFF"/>
                </a:solidFill>
                <a:latin typeface="Trebuchet MS"/>
                <a:ea typeface="Trebuchet MS"/>
                <a:cs typeface="Trebuchet MS"/>
              </a:rPr>
              <a:t>1</a:t>
            </a:r>
            <a:endParaRPr lang="en-US" sz="900"/>
          </a:p>
        </p:txBody>
      </p:sp>
      <p:sp>
        <p:nvSpPr>
          <p:cNvPr id="2059990052" name="Shape 29"/>
          <p:cNvSpPr/>
          <p:nvPr/>
        </p:nvSpPr>
        <p:spPr bwMode="auto">
          <a:xfrm>
            <a:off x="274320" y="3803904"/>
            <a:ext cx="4206240" cy="4572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27000" dist="38100" dir="8100000" sx="100000" sy="100000" kx="0" ky="0" algn="bl" rotWithShape="0">
              <a:srgbClr val="000000">
                <a:alpha val="18000"/>
              </a:srgbClr>
            </a:outerShdw>
          </a:effectLst>
        </p:spPr>
      </p:sp>
      <p:sp>
        <p:nvSpPr>
          <p:cNvPr id="341261445" name="Shape 30"/>
          <p:cNvSpPr/>
          <p:nvPr/>
        </p:nvSpPr>
        <p:spPr bwMode="auto">
          <a:xfrm>
            <a:off x="274320" y="3803904"/>
            <a:ext cx="64008" cy="457200"/>
          </a:xfrm>
          <a:prstGeom prst="rect">
            <a:avLst/>
          </a:prstGeom>
          <a:solidFill>
            <a:srgbClr val="4C8BF5"/>
          </a:solidFill>
          <a:ln w="12700">
            <a:solidFill>
              <a:srgbClr val="4C8BF5"/>
            </a:solidFill>
            <a:prstDash val="solid"/>
          </a:ln>
        </p:spPr>
      </p:sp>
      <p:sp>
        <p:nvSpPr>
          <p:cNvPr id="269863881" name="Text 31"/>
          <p:cNvSpPr/>
          <p:nvPr/>
        </p:nvSpPr>
        <p:spPr bwMode="auto">
          <a:xfrm>
            <a:off x="411480" y="3803904"/>
            <a:ext cx="5943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  <a:defRPr/>
            </a:pPr>
            <a:r>
              <a:rPr lang="en-US" sz="1100" b="1">
                <a:solidFill>
                  <a:srgbClr val="4C8BF5"/>
                </a:solidFill>
                <a:latin typeface="Trebuchet MS"/>
                <a:ea typeface="Trebuchet MS"/>
                <a:cs typeface="Trebuchet MS"/>
              </a:rPr>
              <a:t>US6</a:t>
            </a:r>
            <a:endParaRPr lang="en-US" sz="1100"/>
          </a:p>
        </p:txBody>
      </p:sp>
      <p:sp>
        <p:nvSpPr>
          <p:cNvPr id="737738997" name="Text 32"/>
          <p:cNvSpPr/>
          <p:nvPr/>
        </p:nvSpPr>
        <p:spPr bwMode="auto">
          <a:xfrm>
            <a:off x="1024128" y="3803904"/>
            <a:ext cx="2743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  <a:defRPr/>
            </a:pPr>
            <a:r>
              <a:rPr lang="en-US" sz="1050">
                <a:solidFill>
                  <a:srgbClr val="1A1A2E"/>
                </a:solidFill>
                <a:latin typeface="Calibri"/>
                <a:ea typeface="Calibri"/>
                <a:cs typeface="Calibri"/>
              </a:rPr>
              <a:t>Creazione Playlist</a:t>
            </a:r>
            <a:endParaRPr lang="en-US" sz="1050"/>
          </a:p>
        </p:txBody>
      </p:sp>
      <p:sp>
        <p:nvSpPr>
          <p:cNvPr id="287165446" name="Shape 33"/>
          <p:cNvSpPr/>
          <p:nvPr/>
        </p:nvSpPr>
        <p:spPr bwMode="auto">
          <a:xfrm>
            <a:off x="3822192" y="3895343"/>
            <a:ext cx="274320" cy="274320"/>
          </a:xfrm>
          <a:prstGeom prst="ellipse">
            <a:avLst/>
          </a:prstGeom>
          <a:solidFill>
            <a:srgbClr val="4C8BF5"/>
          </a:solidFill>
          <a:ln w="12700">
            <a:solidFill>
              <a:srgbClr val="4C8BF5"/>
            </a:solidFill>
            <a:prstDash val="solid"/>
          </a:ln>
        </p:spPr>
      </p:sp>
      <p:sp>
        <p:nvSpPr>
          <p:cNvPr id="1608938784" name="Text 34"/>
          <p:cNvSpPr/>
          <p:nvPr/>
        </p:nvSpPr>
        <p:spPr bwMode="auto">
          <a:xfrm>
            <a:off x="3822192" y="3895343"/>
            <a:ext cx="274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  <a:defRPr/>
            </a:pPr>
            <a:r>
              <a:rPr lang="en-US" sz="900" b="1">
                <a:solidFill>
                  <a:srgbClr val="FFFFFF"/>
                </a:solidFill>
                <a:latin typeface="Trebuchet MS"/>
                <a:ea typeface="Trebuchet MS"/>
                <a:cs typeface="Trebuchet MS"/>
              </a:rPr>
              <a:t>2</a:t>
            </a:r>
            <a:endParaRPr lang="en-US" sz="900"/>
          </a:p>
        </p:txBody>
      </p:sp>
      <p:sp>
        <p:nvSpPr>
          <p:cNvPr id="1048577596" name="Shape 35"/>
          <p:cNvSpPr/>
          <p:nvPr/>
        </p:nvSpPr>
        <p:spPr bwMode="auto">
          <a:xfrm>
            <a:off x="274320" y="4325112"/>
            <a:ext cx="4206240" cy="4572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27000" dist="38100" dir="8100000" sx="100000" sy="100000" kx="0" ky="0" algn="bl" rotWithShape="0">
              <a:srgbClr val="000000">
                <a:alpha val="18000"/>
              </a:srgbClr>
            </a:outerShdw>
          </a:effectLst>
        </p:spPr>
      </p:sp>
      <p:sp>
        <p:nvSpPr>
          <p:cNvPr id="9950763" name="Shape 36"/>
          <p:cNvSpPr/>
          <p:nvPr/>
        </p:nvSpPr>
        <p:spPr bwMode="auto">
          <a:xfrm>
            <a:off x="274320" y="4325112"/>
            <a:ext cx="64008" cy="457200"/>
          </a:xfrm>
          <a:prstGeom prst="rect">
            <a:avLst/>
          </a:prstGeom>
          <a:solidFill>
            <a:srgbClr val="4C8BF5"/>
          </a:solidFill>
          <a:ln w="12700">
            <a:solidFill>
              <a:srgbClr val="4C8BF5"/>
            </a:solidFill>
            <a:prstDash val="solid"/>
          </a:ln>
        </p:spPr>
      </p:sp>
      <p:sp>
        <p:nvSpPr>
          <p:cNvPr id="1693136006" name="Text 37"/>
          <p:cNvSpPr/>
          <p:nvPr/>
        </p:nvSpPr>
        <p:spPr bwMode="auto">
          <a:xfrm>
            <a:off x="411480" y="4325112"/>
            <a:ext cx="5943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  <a:defRPr/>
            </a:pPr>
            <a:r>
              <a:rPr lang="en-US" sz="1100" b="1">
                <a:solidFill>
                  <a:srgbClr val="4C8BF5"/>
                </a:solidFill>
                <a:latin typeface="Trebuchet MS"/>
                <a:ea typeface="Trebuchet MS"/>
                <a:cs typeface="Trebuchet MS"/>
              </a:rPr>
              <a:t>US7</a:t>
            </a:r>
            <a:endParaRPr lang="en-US" sz="1100"/>
          </a:p>
        </p:txBody>
      </p:sp>
      <p:sp>
        <p:nvSpPr>
          <p:cNvPr id="66305979" name="Text 38"/>
          <p:cNvSpPr/>
          <p:nvPr/>
        </p:nvSpPr>
        <p:spPr bwMode="auto">
          <a:xfrm>
            <a:off x="1024128" y="4325112"/>
            <a:ext cx="2743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  <a:defRPr/>
            </a:pPr>
            <a:r>
              <a:rPr lang="en-US" sz="1050">
                <a:solidFill>
                  <a:srgbClr val="1A1A2E"/>
                </a:solidFill>
                <a:latin typeface="Calibri"/>
                <a:ea typeface="Calibri"/>
                <a:cs typeface="Calibri"/>
              </a:rPr>
              <a:t>Aggiunta Tracce a Playlist</a:t>
            </a:r>
            <a:endParaRPr lang="en-US" sz="1050"/>
          </a:p>
        </p:txBody>
      </p:sp>
      <p:sp>
        <p:nvSpPr>
          <p:cNvPr id="172524696" name="Shape 39"/>
          <p:cNvSpPr/>
          <p:nvPr/>
        </p:nvSpPr>
        <p:spPr bwMode="auto">
          <a:xfrm>
            <a:off x="3822192" y="4416552"/>
            <a:ext cx="274320" cy="274320"/>
          </a:xfrm>
          <a:prstGeom prst="ellipse">
            <a:avLst/>
          </a:prstGeom>
          <a:solidFill>
            <a:srgbClr val="4C8BF5"/>
          </a:solidFill>
          <a:ln w="12700">
            <a:solidFill>
              <a:srgbClr val="4C8BF5"/>
            </a:solidFill>
            <a:prstDash val="solid"/>
          </a:ln>
        </p:spPr>
      </p:sp>
      <p:sp>
        <p:nvSpPr>
          <p:cNvPr id="1930359646" name="Text 40"/>
          <p:cNvSpPr/>
          <p:nvPr/>
        </p:nvSpPr>
        <p:spPr bwMode="auto">
          <a:xfrm>
            <a:off x="3822192" y="4416552"/>
            <a:ext cx="274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  <a:defRPr/>
            </a:pPr>
            <a:r>
              <a:rPr lang="en-US" sz="900" b="1">
                <a:solidFill>
                  <a:srgbClr val="FFFFFF"/>
                </a:solidFill>
                <a:latin typeface="Trebuchet MS"/>
                <a:ea typeface="Trebuchet MS"/>
                <a:cs typeface="Trebuchet MS"/>
              </a:rPr>
              <a:t>2</a:t>
            </a:r>
            <a:endParaRPr lang="en-US" sz="900"/>
          </a:p>
        </p:txBody>
      </p:sp>
      <p:sp>
        <p:nvSpPr>
          <p:cNvPr id="1494416180" name="Shape 41"/>
          <p:cNvSpPr/>
          <p:nvPr/>
        </p:nvSpPr>
        <p:spPr bwMode="auto">
          <a:xfrm>
            <a:off x="4709160" y="1719072"/>
            <a:ext cx="4206240" cy="4572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27000" dist="38100" dir="8100000" sx="100000" sy="100000" kx="0" ky="0" algn="bl" rotWithShape="0">
              <a:srgbClr val="000000">
                <a:alpha val="18000"/>
              </a:srgbClr>
            </a:outerShdw>
          </a:effectLst>
        </p:spPr>
      </p:sp>
      <p:sp>
        <p:nvSpPr>
          <p:cNvPr id="1119034270" name="Shape 42"/>
          <p:cNvSpPr/>
          <p:nvPr/>
        </p:nvSpPr>
        <p:spPr bwMode="auto">
          <a:xfrm>
            <a:off x="4709160" y="1719072"/>
            <a:ext cx="64008" cy="457200"/>
          </a:xfrm>
          <a:prstGeom prst="rect">
            <a:avLst/>
          </a:prstGeom>
          <a:solidFill>
            <a:srgbClr val="4C8BF5"/>
          </a:solidFill>
          <a:ln w="12700">
            <a:solidFill>
              <a:srgbClr val="4C8BF5"/>
            </a:solidFill>
            <a:prstDash val="solid"/>
          </a:ln>
        </p:spPr>
      </p:sp>
      <p:sp>
        <p:nvSpPr>
          <p:cNvPr id="341553968" name="Text 43"/>
          <p:cNvSpPr/>
          <p:nvPr/>
        </p:nvSpPr>
        <p:spPr bwMode="auto">
          <a:xfrm>
            <a:off x="4846320" y="1719072"/>
            <a:ext cx="5943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  <a:defRPr/>
            </a:pPr>
            <a:r>
              <a:rPr lang="en-US" sz="1100" b="1">
                <a:solidFill>
                  <a:srgbClr val="4C8BF5"/>
                </a:solidFill>
                <a:latin typeface="Trebuchet MS"/>
                <a:ea typeface="Trebuchet MS"/>
                <a:cs typeface="Trebuchet MS"/>
              </a:rPr>
              <a:t>US8</a:t>
            </a:r>
            <a:endParaRPr lang="en-US" sz="1100"/>
          </a:p>
        </p:txBody>
      </p:sp>
      <p:sp>
        <p:nvSpPr>
          <p:cNvPr id="1700989109" name="Text 44"/>
          <p:cNvSpPr/>
          <p:nvPr/>
        </p:nvSpPr>
        <p:spPr bwMode="auto">
          <a:xfrm>
            <a:off x="5458968" y="1719072"/>
            <a:ext cx="2743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  <a:defRPr/>
            </a:pPr>
            <a:r>
              <a:rPr lang="en-US" sz="1050">
                <a:solidFill>
                  <a:srgbClr val="1A1A2E"/>
                </a:solidFill>
                <a:latin typeface="Calibri"/>
                <a:ea typeface="Calibri"/>
                <a:cs typeface="Calibri"/>
              </a:rPr>
              <a:t>Rimozione Tracce da Playlist</a:t>
            </a:r>
            <a:endParaRPr lang="en-US" sz="1050"/>
          </a:p>
        </p:txBody>
      </p:sp>
      <p:sp>
        <p:nvSpPr>
          <p:cNvPr id="1551136340" name="Shape 45"/>
          <p:cNvSpPr/>
          <p:nvPr/>
        </p:nvSpPr>
        <p:spPr bwMode="auto">
          <a:xfrm>
            <a:off x="8257032" y="1810512"/>
            <a:ext cx="274320" cy="274320"/>
          </a:xfrm>
          <a:prstGeom prst="ellipse">
            <a:avLst/>
          </a:prstGeom>
          <a:solidFill>
            <a:srgbClr val="4C8BF5"/>
          </a:solidFill>
          <a:ln w="12700">
            <a:solidFill>
              <a:srgbClr val="4C8BF5"/>
            </a:solidFill>
            <a:prstDash val="solid"/>
          </a:ln>
        </p:spPr>
      </p:sp>
      <p:sp>
        <p:nvSpPr>
          <p:cNvPr id="1081107896" name="Text 46"/>
          <p:cNvSpPr/>
          <p:nvPr/>
        </p:nvSpPr>
        <p:spPr bwMode="auto">
          <a:xfrm>
            <a:off x="8257032" y="1810512"/>
            <a:ext cx="274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  <a:defRPr/>
            </a:pPr>
            <a:r>
              <a:rPr lang="en-US" sz="900" b="1">
                <a:solidFill>
                  <a:srgbClr val="FFFFFF"/>
                </a:solidFill>
                <a:latin typeface="Trebuchet MS"/>
                <a:ea typeface="Trebuchet MS"/>
                <a:cs typeface="Trebuchet MS"/>
              </a:rPr>
              <a:t>1</a:t>
            </a:r>
            <a:endParaRPr lang="en-US" sz="900"/>
          </a:p>
        </p:txBody>
      </p:sp>
      <p:sp>
        <p:nvSpPr>
          <p:cNvPr id="270849234" name="Shape 47"/>
          <p:cNvSpPr/>
          <p:nvPr/>
        </p:nvSpPr>
        <p:spPr bwMode="auto">
          <a:xfrm>
            <a:off x="4709160" y="2240280"/>
            <a:ext cx="4206240" cy="4572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27000" dist="38100" dir="8100000" sx="100000" sy="100000" kx="0" ky="0" algn="bl" rotWithShape="0">
              <a:srgbClr val="000000">
                <a:alpha val="18000"/>
              </a:srgbClr>
            </a:outerShdw>
          </a:effectLst>
        </p:spPr>
      </p:sp>
      <p:sp>
        <p:nvSpPr>
          <p:cNvPr id="388901389" name="Shape 48"/>
          <p:cNvSpPr/>
          <p:nvPr/>
        </p:nvSpPr>
        <p:spPr bwMode="auto">
          <a:xfrm>
            <a:off x="4709160" y="2240280"/>
            <a:ext cx="64008" cy="457200"/>
          </a:xfrm>
          <a:prstGeom prst="rect">
            <a:avLst/>
          </a:prstGeom>
          <a:solidFill>
            <a:srgbClr val="4C8BF5"/>
          </a:solidFill>
          <a:ln w="12700">
            <a:solidFill>
              <a:srgbClr val="4C8BF5"/>
            </a:solidFill>
            <a:prstDash val="solid"/>
          </a:ln>
        </p:spPr>
      </p:sp>
      <p:sp>
        <p:nvSpPr>
          <p:cNvPr id="424456521" name="Text 49"/>
          <p:cNvSpPr/>
          <p:nvPr/>
        </p:nvSpPr>
        <p:spPr bwMode="auto">
          <a:xfrm>
            <a:off x="4846320" y="2240280"/>
            <a:ext cx="5943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  <a:defRPr/>
            </a:pPr>
            <a:r>
              <a:rPr lang="en-US" sz="1100" b="1">
                <a:solidFill>
                  <a:srgbClr val="4C8BF5"/>
                </a:solidFill>
                <a:latin typeface="Trebuchet MS"/>
                <a:ea typeface="Trebuchet MS"/>
                <a:cs typeface="Trebuchet MS"/>
              </a:rPr>
              <a:t>US9</a:t>
            </a:r>
            <a:endParaRPr lang="en-US" sz="1100"/>
          </a:p>
        </p:txBody>
      </p:sp>
      <p:sp>
        <p:nvSpPr>
          <p:cNvPr id="695775575" name="Text 50"/>
          <p:cNvSpPr/>
          <p:nvPr/>
        </p:nvSpPr>
        <p:spPr bwMode="auto">
          <a:xfrm>
            <a:off x="5458968" y="2240280"/>
            <a:ext cx="2743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  <a:defRPr/>
            </a:pPr>
            <a:r>
              <a:rPr lang="en-US" sz="1050">
                <a:solidFill>
                  <a:srgbClr val="1A1A2E"/>
                </a:solidFill>
                <a:latin typeface="Calibri"/>
                <a:ea typeface="Calibri"/>
                <a:cs typeface="Calibri"/>
              </a:rPr>
              <a:t>Visualizzazione Playlist</a:t>
            </a:r>
            <a:endParaRPr lang="en-US" sz="1050"/>
          </a:p>
        </p:txBody>
      </p:sp>
      <p:sp>
        <p:nvSpPr>
          <p:cNvPr id="1522529040" name="Shape 51"/>
          <p:cNvSpPr/>
          <p:nvPr/>
        </p:nvSpPr>
        <p:spPr bwMode="auto">
          <a:xfrm>
            <a:off x="8257032" y="2331720"/>
            <a:ext cx="274320" cy="274320"/>
          </a:xfrm>
          <a:prstGeom prst="ellipse">
            <a:avLst/>
          </a:prstGeom>
          <a:solidFill>
            <a:srgbClr val="4C8BF5"/>
          </a:solidFill>
          <a:ln w="12700">
            <a:solidFill>
              <a:srgbClr val="4C8BF5"/>
            </a:solidFill>
            <a:prstDash val="solid"/>
          </a:ln>
        </p:spPr>
      </p:sp>
      <p:sp>
        <p:nvSpPr>
          <p:cNvPr id="946705274" name="Text 52"/>
          <p:cNvSpPr/>
          <p:nvPr/>
        </p:nvSpPr>
        <p:spPr bwMode="auto">
          <a:xfrm>
            <a:off x="8257032" y="2331720"/>
            <a:ext cx="274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  <a:defRPr/>
            </a:pPr>
            <a:r>
              <a:rPr lang="en-US" sz="900" b="1">
                <a:solidFill>
                  <a:srgbClr val="FFFFFF"/>
                </a:solidFill>
                <a:latin typeface="Trebuchet MS"/>
                <a:ea typeface="Trebuchet MS"/>
                <a:cs typeface="Trebuchet MS"/>
              </a:rPr>
              <a:t>1</a:t>
            </a:r>
            <a:endParaRPr lang="en-US" sz="900"/>
          </a:p>
        </p:txBody>
      </p:sp>
      <p:sp>
        <p:nvSpPr>
          <p:cNvPr id="1803807758" name="Shape 53"/>
          <p:cNvSpPr/>
          <p:nvPr/>
        </p:nvSpPr>
        <p:spPr bwMode="auto">
          <a:xfrm>
            <a:off x="4709160" y="2761488"/>
            <a:ext cx="4206240" cy="4572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27000" dist="38100" dir="8100000" sx="100000" sy="100000" kx="0" ky="0" algn="bl" rotWithShape="0">
              <a:srgbClr val="000000">
                <a:alpha val="18000"/>
              </a:srgbClr>
            </a:outerShdw>
          </a:effectLst>
        </p:spPr>
      </p:sp>
      <p:sp>
        <p:nvSpPr>
          <p:cNvPr id="947656407" name="Shape 54"/>
          <p:cNvSpPr/>
          <p:nvPr/>
        </p:nvSpPr>
        <p:spPr bwMode="auto">
          <a:xfrm>
            <a:off x="4709160" y="2761488"/>
            <a:ext cx="64008" cy="457200"/>
          </a:xfrm>
          <a:prstGeom prst="rect">
            <a:avLst/>
          </a:prstGeom>
          <a:solidFill>
            <a:srgbClr val="4C8BF5"/>
          </a:solidFill>
          <a:ln w="12700">
            <a:solidFill>
              <a:srgbClr val="4C8BF5"/>
            </a:solidFill>
            <a:prstDash val="solid"/>
          </a:ln>
        </p:spPr>
      </p:sp>
      <p:sp>
        <p:nvSpPr>
          <p:cNvPr id="136259094" name="Text 55"/>
          <p:cNvSpPr/>
          <p:nvPr/>
        </p:nvSpPr>
        <p:spPr bwMode="auto">
          <a:xfrm>
            <a:off x="4846320" y="2761488"/>
            <a:ext cx="5943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  <a:defRPr/>
            </a:pPr>
            <a:r>
              <a:rPr lang="en-US" sz="1100" b="1">
                <a:solidFill>
                  <a:srgbClr val="4C8BF5"/>
                </a:solidFill>
                <a:latin typeface="Trebuchet MS"/>
                <a:ea typeface="Trebuchet MS"/>
                <a:cs typeface="Trebuchet MS"/>
              </a:rPr>
              <a:t>US10</a:t>
            </a:r>
            <a:endParaRPr lang="en-US" sz="1100"/>
          </a:p>
        </p:txBody>
      </p:sp>
      <p:sp>
        <p:nvSpPr>
          <p:cNvPr id="1145150161" name="Text 56"/>
          <p:cNvSpPr/>
          <p:nvPr/>
        </p:nvSpPr>
        <p:spPr bwMode="auto">
          <a:xfrm>
            <a:off x="5458968" y="2761488"/>
            <a:ext cx="2743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  <a:defRPr/>
            </a:pPr>
            <a:r>
              <a:rPr lang="en-US" sz="1050">
                <a:solidFill>
                  <a:srgbClr val="1A1A2E"/>
                </a:solidFill>
                <a:latin typeface="Calibri"/>
                <a:ea typeface="Calibri"/>
                <a:cs typeface="Calibri"/>
              </a:rPr>
              <a:t>Modifica Nome Playlist</a:t>
            </a:r>
            <a:endParaRPr lang="en-US" sz="1050"/>
          </a:p>
        </p:txBody>
      </p:sp>
      <p:sp>
        <p:nvSpPr>
          <p:cNvPr id="1517096559" name="Shape 57"/>
          <p:cNvSpPr/>
          <p:nvPr/>
        </p:nvSpPr>
        <p:spPr bwMode="auto">
          <a:xfrm>
            <a:off x="8257032" y="2852928"/>
            <a:ext cx="274320" cy="274320"/>
          </a:xfrm>
          <a:prstGeom prst="ellipse">
            <a:avLst/>
          </a:prstGeom>
          <a:solidFill>
            <a:srgbClr val="4C8BF5"/>
          </a:solidFill>
          <a:ln w="12700">
            <a:solidFill>
              <a:srgbClr val="4C8BF5"/>
            </a:solidFill>
            <a:prstDash val="solid"/>
          </a:ln>
        </p:spPr>
      </p:sp>
      <p:sp>
        <p:nvSpPr>
          <p:cNvPr id="793565942" name="Text 58"/>
          <p:cNvSpPr/>
          <p:nvPr/>
        </p:nvSpPr>
        <p:spPr bwMode="auto">
          <a:xfrm>
            <a:off x="8257032" y="2852928"/>
            <a:ext cx="274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  <a:defRPr/>
            </a:pPr>
            <a:r>
              <a:rPr lang="en-US" sz="900" b="1">
                <a:solidFill>
                  <a:srgbClr val="FFFFFF"/>
                </a:solidFill>
                <a:latin typeface="Trebuchet MS"/>
                <a:ea typeface="Trebuchet MS"/>
                <a:cs typeface="Trebuchet MS"/>
              </a:rPr>
              <a:t>1</a:t>
            </a:r>
            <a:endParaRPr lang="en-US" sz="900"/>
          </a:p>
        </p:txBody>
      </p:sp>
      <p:sp>
        <p:nvSpPr>
          <p:cNvPr id="1272937929" name="Shape 59"/>
          <p:cNvSpPr/>
          <p:nvPr/>
        </p:nvSpPr>
        <p:spPr bwMode="auto">
          <a:xfrm>
            <a:off x="4709160" y="3282696"/>
            <a:ext cx="4206240" cy="4572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27000" dist="38100" dir="8100000" sx="100000" sy="100000" kx="0" ky="0" algn="bl" rotWithShape="0">
              <a:srgbClr val="000000">
                <a:alpha val="18000"/>
              </a:srgbClr>
            </a:outerShdw>
          </a:effectLst>
        </p:spPr>
      </p:sp>
      <p:sp>
        <p:nvSpPr>
          <p:cNvPr id="1255156532" name="Shape 60"/>
          <p:cNvSpPr/>
          <p:nvPr/>
        </p:nvSpPr>
        <p:spPr bwMode="auto">
          <a:xfrm>
            <a:off x="4709160" y="3282696"/>
            <a:ext cx="64008" cy="457200"/>
          </a:xfrm>
          <a:prstGeom prst="rect">
            <a:avLst/>
          </a:prstGeom>
          <a:solidFill>
            <a:srgbClr val="E67E22"/>
          </a:solidFill>
          <a:ln w="12700">
            <a:solidFill>
              <a:srgbClr val="E67E22"/>
            </a:solidFill>
            <a:prstDash val="solid"/>
          </a:ln>
        </p:spPr>
      </p:sp>
      <p:sp>
        <p:nvSpPr>
          <p:cNvPr id="587615213" name="Text 61"/>
          <p:cNvSpPr/>
          <p:nvPr/>
        </p:nvSpPr>
        <p:spPr bwMode="auto">
          <a:xfrm>
            <a:off x="4846320" y="3282696"/>
            <a:ext cx="5943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  <a:defRPr/>
            </a:pPr>
            <a:r>
              <a:rPr lang="en-US" sz="1100" b="1">
                <a:solidFill>
                  <a:srgbClr val="E67E22"/>
                </a:solidFill>
                <a:latin typeface="Trebuchet MS"/>
                <a:ea typeface="Trebuchet MS"/>
                <a:cs typeface="Trebuchet MS"/>
              </a:rPr>
              <a:t>US16</a:t>
            </a:r>
            <a:endParaRPr lang="en-US" sz="1100"/>
          </a:p>
        </p:txBody>
      </p:sp>
      <p:sp>
        <p:nvSpPr>
          <p:cNvPr id="1676251805" name="Text 62"/>
          <p:cNvSpPr/>
          <p:nvPr/>
        </p:nvSpPr>
        <p:spPr bwMode="auto">
          <a:xfrm>
            <a:off x="5458968" y="3282696"/>
            <a:ext cx="2743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  <a:defRPr/>
            </a:pPr>
            <a:r>
              <a:rPr lang="en-US" sz="1050">
                <a:solidFill>
                  <a:srgbClr val="1A1A2E"/>
                </a:solidFill>
                <a:latin typeface="Calibri"/>
                <a:ea typeface="Calibri"/>
                <a:cs typeface="Calibri"/>
              </a:rPr>
              <a:t>Riproduzione Traccia</a:t>
            </a:r>
            <a:endParaRPr lang="en-US" sz="1050"/>
          </a:p>
        </p:txBody>
      </p:sp>
      <p:sp>
        <p:nvSpPr>
          <p:cNvPr id="1269613667" name="Shape 63"/>
          <p:cNvSpPr/>
          <p:nvPr/>
        </p:nvSpPr>
        <p:spPr bwMode="auto">
          <a:xfrm>
            <a:off x="8257032" y="3374136"/>
            <a:ext cx="274320" cy="274320"/>
          </a:xfrm>
          <a:prstGeom prst="ellipse">
            <a:avLst/>
          </a:prstGeom>
          <a:solidFill>
            <a:srgbClr val="E67E22"/>
          </a:solidFill>
          <a:ln w="12700">
            <a:solidFill>
              <a:srgbClr val="E67E22"/>
            </a:solidFill>
            <a:prstDash val="solid"/>
          </a:ln>
        </p:spPr>
      </p:sp>
      <p:sp>
        <p:nvSpPr>
          <p:cNvPr id="1896415104" name="Text 64"/>
          <p:cNvSpPr/>
          <p:nvPr/>
        </p:nvSpPr>
        <p:spPr bwMode="auto">
          <a:xfrm>
            <a:off x="8257032" y="3374136"/>
            <a:ext cx="274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  <a:defRPr/>
            </a:pPr>
            <a:r>
              <a:rPr lang="en-US" sz="900" b="1">
                <a:solidFill>
                  <a:srgbClr val="FFFFFF"/>
                </a:solidFill>
                <a:latin typeface="Trebuchet MS"/>
                <a:ea typeface="Trebuchet MS"/>
                <a:cs typeface="Trebuchet MS"/>
              </a:rPr>
              <a:t>2</a:t>
            </a:r>
            <a:endParaRPr lang="en-US" sz="900"/>
          </a:p>
        </p:txBody>
      </p:sp>
      <p:sp>
        <p:nvSpPr>
          <p:cNvPr id="505533886" name="Shape 65"/>
          <p:cNvSpPr/>
          <p:nvPr/>
        </p:nvSpPr>
        <p:spPr bwMode="auto">
          <a:xfrm>
            <a:off x="4709160" y="3803904"/>
            <a:ext cx="4206240" cy="4572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27000" dist="38100" dir="8100000" sx="100000" sy="100000" kx="0" ky="0" algn="bl" rotWithShape="0">
              <a:srgbClr val="000000">
                <a:alpha val="18000"/>
              </a:srgbClr>
            </a:outerShdw>
          </a:effectLst>
        </p:spPr>
      </p:sp>
      <p:sp>
        <p:nvSpPr>
          <p:cNvPr id="1137849563" name="Shape 66"/>
          <p:cNvSpPr/>
          <p:nvPr/>
        </p:nvSpPr>
        <p:spPr bwMode="auto">
          <a:xfrm>
            <a:off x="4709160" y="3803904"/>
            <a:ext cx="64008" cy="457200"/>
          </a:xfrm>
          <a:prstGeom prst="rect">
            <a:avLst/>
          </a:prstGeom>
          <a:solidFill>
            <a:srgbClr val="E67E22"/>
          </a:solidFill>
          <a:ln w="12700">
            <a:solidFill>
              <a:srgbClr val="E67E22"/>
            </a:solidFill>
            <a:prstDash val="solid"/>
          </a:ln>
        </p:spPr>
      </p:sp>
      <p:sp>
        <p:nvSpPr>
          <p:cNvPr id="643834893" name="Text 67"/>
          <p:cNvSpPr/>
          <p:nvPr/>
        </p:nvSpPr>
        <p:spPr bwMode="auto">
          <a:xfrm>
            <a:off x="4846320" y="3803904"/>
            <a:ext cx="5943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  <a:defRPr/>
            </a:pPr>
            <a:r>
              <a:rPr lang="en-US" sz="1100" b="1">
                <a:solidFill>
                  <a:srgbClr val="E67E22"/>
                </a:solidFill>
                <a:latin typeface="Trebuchet MS"/>
                <a:ea typeface="Trebuchet MS"/>
                <a:cs typeface="Trebuchet MS"/>
              </a:rPr>
              <a:t>US17</a:t>
            </a:r>
            <a:endParaRPr lang="en-US" sz="1100"/>
          </a:p>
        </p:txBody>
      </p:sp>
      <p:sp>
        <p:nvSpPr>
          <p:cNvPr id="1249910832" name="Text 68"/>
          <p:cNvSpPr/>
          <p:nvPr/>
        </p:nvSpPr>
        <p:spPr bwMode="auto">
          <a:xfrm>
            <a:off x="5458968" y="3803904"/>
            <a:ext cx="2743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  <a:defRPr/>
            </a:pPr>
            <a:r>
              <a:rPr lang="en-US" sz="1050">
                <a:solidFill>
                  <a:srgbClr val="1A1A2E"/>
                </a:solidFill>
                <a:latin typeface="Calibri"/>
                <a:ea typeface="Calibri"/>
                <a:cs typeface="Calibri"/>
              </a:rPr>
              <a:t>Riproduzione in Pausa</a:t>
            </a:r>
            <a:endParaRPr lang="en-US" sz="1050"/>
          </a:p>
        </p:txBody>
      </p:sp>
      <p:sp>
        <p:nvSpPr>
          <p:cNvPr id="598769000" name="Shape 69"/>
          <p:cNvSpPr/>
          <p:nvPr/>
        </p:nvSpPr>
        <p:spPr bwMode="auto">
          <a:xfrm>
            <a:off x="8257032" y="3895343"/>
            <a:ext cx="274320" cy="274320"/>
          </a:xfrm>
          <a:prstGeom prst="ellipse">
            <a:avLst/>
          </a:prstGeom>
          <a:solidFill>
            <a:srgbClr val="E67E22"/>
          </a:solidFill>
          <a:ln w="12700">
            <a:solidFill>
              <a:srgbClr val="E67E22"/>
            </a:solidFill>
            <a:prstDash val="solid"/>
          </a:ln>
        </p:spPr>
      </p:sp>
      <p:sp>
        <p:nvSpPr>
          <p:cNvPr id="1409578639" name="Text 70"/>
          <p:cNvSpPr/>
          <p:nvPr/>
        </p:nvSpPr>
        <p:spPr bwMode="auto">
          <a:xfrm>
            <a:off x="8257032" y="3895343"/>
            <a:ext cx="274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  <a:defRPr/>
            </a:pPr>
            <a:r>
              <a:rPr lang="en-US" sz="900" b="1">
                <a:solidFill>
                  <a:srgbClr val="FFFFFF"/>
                </a:solidFill>
                <a:latin typeface="Trebuchet MS"/>
                <a:ea typeface="Trebuchet MS"/>
                <a:cs typeface="Trebuchet MS"/>
              </a:rPr>
              <a:t>2</a:t>
            </a:r>
            <a:endParaRPr lang="en-US" sz="900"/>
          </a:p>
        </p:txBody>
      </p:sp>
      <p:sp>
        <p:nvSpPr>
          <p:cNvPr id="327101390" name="Shape 71"/>
          <p:cNvSpPr/>
          <p:nvPr/>
        </p:nvSpPr>
        <p:spPr bwMode="auto">
          <a:xfrm>
            <a:off x="4709160" y="4325112"/>
            <a:ext cx="4206240" cy="4572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27000" dist="38100" dir="8100000" sx="100000" sy="100000" kx="0" ky="0" algn="bl" rotWithShape="0">
              <a:srgbClr val="000000">
                <a:alpha val="18000"/>
              </a:srgbClr>
            </a:outerShdw>
          </a:effectLst>
        </p:spPr>
      </p:sp>
      <p:sp>
        <p:nvSpPr>
          <p:cNvPr id="497446302" name="Shape 72"/>
          <p:cNvSpPr/>
          <p:nvPr/>
        </p:nvSpPr>
        <p:spPr bwMode="auto">
          <a:xfrm>
            <a:off x="4709160" y="4325112"/>
            <a:ext cx="64008" cy="457200"/>
          </a:xfrm>
          <a:prstGeom prst="rect">
            <a:avLst/>
          </a:prstGeom>
          <a:solidFill>
            <a:srgbClr val="C678DD"/>
          </a:solidFill>
          <a:ln w="12700">
            <a:solidFill>
              <a:srgbClr val="C678DD"/>
            </a:solidFill>
            <a:prstDash val="solid"/>
          </a:ln>
        </p:spPr>
      </p:sp>
      <p:sp>
        <p:nvSpPr>
          <p:cNvPr id="1780746051" name="Text 73"/>
          <p:cNvSpPr/>
          <p:nvPr/>
        </p:nvSpPr>
        <p:spPr bwMode="auto">
          <a:xfrm>
            <a:off x="4846320" y="4325112"/>
            <a:ext cx="5943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  <a:defRPr/>
            </a:pPr>
            <a:r>
              <a:rPr lang="en-US" sz="1100" b="1">
                <a:solidFill>
                  <a:srgbClr val="C678DD"/>
                </a:solidFill>
                <a:latin typeface="Trebuchet MS"/>
                <a:ea typeface="Trebuchet MS"/>
                <a:cs typeface="Trebuchet MS"/>
              </a:rPr>
              <a:t>US23</a:t>
            </a:r>
            <a:endParaRPr lang="en-US" sz="1100"/>
          </a:p>
        </p:txBody>
      </p:sp>
      <p:sp>
        <p:nvSpPr>
          <p:cNvPr id="1868006361" name="Text 74"/>
          <p:cNvSpPr/>
          <p:nvPr/>
        </p:nvSpPr>
        <p:spPr bwMode="auto">
          <a:xfrm>
            <a:off x="5458968" y="4325112"/>
            <a:ext cx="2743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  <a:defRPr/>
            </a:pPr>
            <a:r>
              <a:rPr lang="en-US" sz="1050">
                <a:solidFill>
                  <a:srgbClr val="1A1A2E"/>
                </a:solidFill>
                <a:latin typeface="Calibri"/>
                <a:ea typeface="Calibri"/>
                <a:cs typeface="Calibri"/>
              </a:rPr>
              <a:t>Aggiornamento UI in Tempo Reale</a:t>
            </a:r>
            <a:endParaRPr lang="en-US" sz="1050"/>
          </a:p>
        </p:txBody>
      </p:sp>
      <p:sp>
        <p:nvSpPr>
          <p:cNvPr id="529930439" name="Shape 75"/>
          <p:cNvSpPr/>
          <p:nvPr/>
        </p:nvSpPr>
        <p:spPr bwMode="auto">
          <a:xfrm>
            <a:off x="8257032" y="4416552"/>
            <a:ext cx="274320" cy="274320"/>
          </a:xfrm>
          <a:prstGeom prst="ellipse">
            <a:avLst/>
          </a:prstGeom>
          <a:solidFill>
            <a:srgbClr val="C678DD"/>
          </a:solidFill>
          <a:ln w="12700">
            <a:solidFill>
              <a:srgbClr val="C678DD"/>
            </a:solidFill>
            <a:prstDash val="solid"/>
          </a:ln>
        </p:spPr>
      </p:sp>
      <p:sp>
        <p:nvSpPr>
          <p:cNvPr id="1760680147" name="Text 76"/>
          <p:cNvSpPr/>
          <p:nvPr/>
        </p:nvSpPr>
        <p:spPr bwMode="auto">
          <a:xfrm>
            <a:off x="8257032" y="4416552"/>
            <a:ext cx="274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  <a:defRPr/>
            </a:pPr>
            <a:r>
              <a:rPr lang="en-US" sz="900" b="1">
                <a:solidFill>
                  <a:srgbClr val="FFFFFF"/>
                </a:solidFill>
                <a:latin typeface="Trebuchet MS"/>
                <a:ea typeface="Trebuchet MS"/>
                <a:cs typeface="Trebuchet MS"/>
              </a:rPr>
              <a:t>3</a:t>
            </a:r>
            <a:endParaRPr lang="en-US" sz="900"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Slide 5">
    <p:bg>
      <p:bgPr shadeToTitle="0">
        <a:solidFill>
          <a:srgbClr val="F0F4F8"/>
        </a:solidFill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558333070" name="Shape 0"/>
          <p:cNvSpPr/>
          <p:nvPr/>
        </p:nvSpPr>
        <p:spPr bwMode="auto">
          <a:xfrm>
            <a:off x="0" y="0"/>
            <a:ext cx="9144000" cy="1005840"/>
          </a:xfrm>
          <a:prstGeom prst="rect">
            <a:avLst/>
          </a:prstGeom>
          <a:solidFill>
            <a:srgbClr val="0D1117"/>
          </a:solidFill>
          <a:ln w="12700">
            <a:solidFill>
              <a:srgbClr val="0D1117"/>
            </a:solidFill>
            <a:prstDash val="solid"/>
          </a:ln>
        </p:spPr>
      </p:sp>
      <p:sp>
        <p:nvSpPr>
          <p:cNvPr id="847217106" name="Text 1"/>
          <p:cNvSpPr/>
          <p:nvPr/>
        </p:nvSpPr>
        <p:spPr bwMode="auto">
          <a:xfrm>
            <a:off x="457200" y="0"/>
            <a:ext cx="822960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  <a:defRPr/>
            </a:pPr>
            <a:r>
              <a:rPr lang="en-US" sz="2800" b="1">
                <a:solidFill>
                  <a:srgbClr val="FFFFFF"/>
                </a:solidFill>
                <a:latin typeface="Trebuchet MS"/>
                <a:ea typeface="Trebuchet MS"/>
                <a:cs typeface="Trebuchet MS"/>
              </a:rPr>
              <a:t>DESIGN PATTERNS</a:t>
            </a:r>
            <a:r>
              <a:rPr lang="it-IT" sz="2800"/>
              <a:t> </a:t>
            </a:r>
            <a:r>
              <a:rPr lang="it-IT" sz="2800" b="1">
                <a:solidFill>
                  <a:schemeClr val="bg1"/>
                </a:solidFill>
              </a:rPr>
              <a:t>POSSIBILI</a:t>
            </a:r>
            <a:endParaRPr sz="2800">
              <a:solidFill>
                <a:schemeClr val="bg1"/>
              </a:solidFill>
            </a:endParaRPr>
          </a:p>
        </p:txBody>
      </p:sp>
      <p:sp>
        <p:nvSpPr>
          <p:cNvPr id="1200676401" name="Shape 2"/>
          <p:cNvSpPr/>
          <p:nvPr/>
        </p:nvSpPr>
        <p:spPr bwMode="auto">
          <a:xfrm>
            <a:off x="0" y="1005840"/>
            <a:ext cx="9144000" cy="54864"/>
          </a:xfrm>
          <a:prstGeom prst="rect">
            <a:avLst/>
          </a:prstGeom>
          <a:solidFill>
            <a:srgbClr val="52B788"/>
          </a:solidFill>
          <a:ln w="12700">
            <a:solidFill>
              <a:srgbClr val="52B788"/>
            </a:solidFill>
            <a:prstDash val="solid"/>
          </a:ln>
        </p:spPr>
      </p:sp>
      <p:sp>
        <p:nvSpPr>
          <p:cNvPr id="2116392817" name="Shape 3"/>
          <p:cNvSpPr/>
          <p:nvPr/>
        </p:nvSpPr>
        <p:spPr bwMode="auto">
          <a:xfrm>
            <a:off x="274320" y="1234440"/>
            <a:ext cx="4023360" cy="1554480"/>
          </a:xfrm>
          <a:prstGeom prst="rect">
            <a:avLst/>
          </a:prstGeom>
          <a:solidFill>
            <a:srgbClr val="1B4332"/>
          </a:solidFill>
          <a:ln w="25400">
            <a:solidFill>
              <a:srgbClr val="52B788"/>
            </a:solidFill>
            <a:prstDash val="solid"/>
          </a:ln>
          <a:effectLst>
            <a:outerShdw blurRad="127000" dist="38100" dir="8100000" sx="100000" sy="100000" kx="0" ky="0" algn="bl" rotWithShape="0">
              <a:srgbClr val="000000">
                <a:alpha val="18000"/>
              </a:srgbClr>
            </a:outerShdw>
          </a:effectLst>
        </p:spPr>
      </p:sp>
      <p:sp>
        <p:nvSpPr>
          <p:cNvPr id="289401981" name="Shape 4"/>
          <p:cNvSpPr/>
          <p:nvPr/>
        </p:nvSpPr>
        <p:spPr bwMode="auto">
          <a:xfrm>
            <a:off x="274320" y="1234440"/>
            <a:ext cx="91440" cy="1554480"/>
          </a:xfrm>
          <a:prstGeom prst="rect">
            <a:avLst/>
          </a:prstGeom>
          <a:solidFill>
            <a:srgbClr val="52B788"/>
          </a:solidFill>
          <a:ln w="12700">
            <a:solidFill>
              <a:srgbClr val="52B788"/>
            </a:solidFill>
            <a:prstDash val="solid"/>
          </a:ln>
        </p:spPr>
      </p:sp>
      <p:sp>
        <p:nvSpPr>
          <p:cNvPr id="1669553502" name="Text 5"/>
          <p:cNvSpPr/>
          <p:nvPr/>
        </p:nvSpPr>
        <p:spPr bwMode="auto">
          <a:xfrm flipH="0" flipV="0">
            <a:off x="1599111" y="1819655"/>
            <a:ext cx="1373776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  <a:defRPr/>
            </a:pPr>
            <a:r>
              <a:rPr lang="en-US" sz="1800" b="1">
                <a:solidFill>
                  <a:srgbClr val="52B788"/>
                </a:solidFill>
                <a:latin typeface="Trebuchet MS"/>
                <a:ea typeface="Trebuchet MS"/>
                <a:cs typeface="Trebuchet MS"/>
              </a:rPr>
              <a:t>Composite</a:t>
            </a:r>
            <a:endParaRPr lang="en-US" sz="1800"/>
          </a:p>
        </p:txBody>
      </p:sp>
      <p:sp>
        <p:nvSpPr>
          <p:cNvPr id="426930653" name="Shape 7"/>
          <p:cNvSpPr/>
          <p:nvPr/>
        </p:nvSpPr>
        <p:spPr bwMode="auto">
          <a:xfrm>
            <a:off x="4663440" y="1234440"/>
            <a:ext cx="4023360" cy="1554480"/>
          </a:xfrm>
          <a:prstGeom prst="rect">
            <a:avLst/>
          </a:prstGeom>
          <a:solidFill>
            <a:srgbClr val="1A1C5A"/>
          </a:solidFill>
          <a:ln w="25400">
            <a:solidFill>
              <a:srgbClr val="4C8BF5"/>
            </a:solidFill>
            <a:prstDash val="solid"/>
          </a:ln>
          <a:effectLst>
            <a:outerShdw blurRad="127000" dist="38100" dir="8100000" sx="100000" sy="100000" kx="0" ky="0" algn="bl" rotWithShape="0">
              <a:srgbClr val="000000">
                <a:alpha val="18000"/>
              </a:srgbClr>
            </a:outerShdw>
          </a:effectLst>
        </p:spPr>
      </p:sp>
      <p:sp>
        <p:nvSpPr>
          <p:cNvPr id="1650556608" name="Shape 8"/>
          <p:cNvSpPr/>
          <p:nvPr/>
        </p:nvSpPr>
        <p:spPr bwMode="auto">
          <a:xfrm>
            <a:off x="4663440" y="1234440"/>
            <a:ext cx="91440" cy="1554480"/>
          </a:xfrm>
          <a:prstGeom prst="rect">
            <a:avLst/>
          </a:prstGeom>
          <a:solidFill>
            <a:srgbClr val="4C8BF5"/>
          </a:solidFill>
          <a:ln w="12700">
            <a:solidFill>
              <a:srgbClr val="4C8BF5"/>
            </a:solidFill>
            <a:prstDash val="solid"/>
          </a:ln>
        </p:spPr>
      </p:sp>
      <p:sp>
        <p:nvSpPr>
          <p:cNvPr id="735938427" name="Text 9"/>
          <p:cNvSpPr/>
          <p:nvPr/>
        </p:nvSpPr>
        <p:spPr bwMode="auto">
          <a:xfrm flipH="0" flipV="0">
            <a:off x="6143896" y="1819655"/>
            <a:ext cx="1205352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  <a:defRPr/>
            </a:pPr>
            <a:r>
              <a:rPr lang="en-US" sz="1800" b="1">
                <a:solidFill>
                  <a:srgbClr val="4C8BF5"/>
                </a:solidFill>
                <a:latin typeface="Trebuchet MS"/>
                <a:ea typeface="Trebuchet MS"/>
                <a:cs typeface="Trebuchet MS"/>
              </a:rPr>
              <a:t>Strategy</a:t>
            </a:r>
            <a:endParaRPr lang="en-US" sz="1800"/>
          </a:p>
        </p:txBody>
      </p:sp>
      <p:sp>
        <p:nvSpPr>
          <p:cNvPr id="1762903282" name="Shape 11"/>
          <p:cNvSpPr/>
          <p:nvPr/>
        </p:nvSpPr>
        <p:spPr bwMode="auto">
          <a:xfrm>
            <a:off x="274320" y="3063240"/>
            <a:ext cx="4023360" cy="1554480"/>
          </a:xfrm>
          <a:prstGeom prst="rect">
            <a:avLst/>
          </a:prstGeom>
          <a:solidFill>
            <a:srgbClr val="4A1942"/>
          </a:solidFill>
          <a:ln w="25400">
            <a:solidFill>
              <a:srgbClr val="C678DD"/>
            </a:solidFill>
            <a:prstDash val="solid"/>
          </a:ln>
          <a:effectLst>
            <a:outerShdw blurRad="127000" dist="38100" dir="8100000" sx="100000" sy="100000" kx="0" ky="0" algn="bl" rotWithShape="0">
              <a:srgbClr val="000000">
                <a:alpha val="18000"/>
              </a:srgbClr>
            </a:outerShdw>
          </a:effectLst>
        </p:spPr>
      </p:sp>
      <p:sp>
        <p:nvSpPr>
          <p:cNvPr id="460185905" name="Shape 12"/>
          <p:cNvSpPr/>
          <p:nvPr/>
        </p:nvSpPr>
        <p:spPr bwMode="auto">
          <a:xfrm>
            <a:off x="274320" y="3063240"/>
            <a:ext cx="91440" cy="1554480"/>
          </a:xfrm>
          <a:prstGeom prst="rect">
            <a:avLst/>
          </a:prstGeom>
          <a:solidFill>
            <a:srgbClr val="C678DD"/>
          </a:solidFill>
          <a:ln w="12700">
            <a:solidFill>
              <a:srgbClr val="C678DD"/>
            </a:solidFill>
            <a:prstDash val="solid"/>
          </a:ln>
        </p:spPr>
      </p:sp>
      <p:sp>
        <p:nvSpPr>
          <p:cNvPr id="868607485" name="Text 13"/>
          <p:cNvSpPr/>
          <p:nvPr/>
        </p:nvSpPr>
        <p:spPr bwMode="auto">
          <a:xfrm flipH="0" flipV="0">
            <a:off x="1599111" y="3584448"/>
            <a:ext cx="1371599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  <a:defRPr/>
            </a:pPr>
            <a:r>
              <a:rPr lang="en-US" sz="1800" b="1">
                <a:solidFill>
                  <a:srgbClr val="C678DD"/>
                </a:solidFill>
                <a:latin typeface="Trebuchet MS"/>
                <a:ea typeface="Trebuchet MS"/>
                <a:cs typeface="Trebuchet MS"/>
              </a:rPr>
              <a:t>Command</a:t>
            </a:r>
            <a:endParaRPr lang="en-US" sz="1800"/>
          </a:p>
        </p:txBody>
      </p:sp>
      <p:sp>
        <p:nvSpPr>
          <p:cNvPr id="563479726" name="Shape 15"/>
          <p:cNvSpPr/>
          <p:nvPr/>
        </p:nvSpPr>
        <p:spPr bwMode="auto">
          <a:xfrm>
            <a:off x="4663440" y="3063240"/>
            <a:ext cx="4023360" cy="1554480"/>
          </a:xfrm>
          <a:prstGeom prst="rect">
            <a:avLst/>
          </a:prstGeom>
          <a:solidFill>
            <a:srgbClr val="4A2C0A"/>
          </a:solidFill>
          <a:ln w="25400">
            <a:solidFill>
              <a:srgbClr val="E67E22"/>
            </a:solidFill>
            <a:prstDash val="solid"/>
          </a:ln>
          <a:effectLst>
            <a:outerShdw blurRad="127000" dist="38100" dir="8100000" sx="100000" sy="100000" kx="0" ky="0" algn="bl" rotWithShape="0">
              <a:srgbClr val="000000">
                <a:alpha val="18000"/>
              </a:srgbClr>
            </a:outerShdw>
          </a:effectLst>
        </p:spPr>
      </p:sp>
      <p:sp>
        <p:nvSpPr>
          <p:cNvPr id="1767398203" name="Shape 16"/>
          <p:cNvSpPr/>
          <p:nvPr/>
        </p:nvSpPr>
        <p:spPr bwMode="auto">
          <a:xfrm>
            <a:off x="4663440" y="3063240"/>
            <a:ext cx="91440" cy="1554480"/>
          </a:xfrm>
          <a:prstGeom prst="rect">
            <a:avLst/>
          </a:prstGeom>
          <a:solidFill>
            <a:srgbClr val="E67E22"/>
          </a:solidFill>
          <a:ln w="12700">
            <a:solidFill>
              <a:srgbClr val="E67E22"/>
            </a:solidFill>
            <a:prstDash val="solid"/>
          </a:ln>
        </p:spPr>
      </p:sp>
      <p:sp>
        <p:nvSpPr>
          <p:cNvPr id="1656963067" name="Text 17"/>
          <p:cNvSpPr/>
          <p:nvPr/>
        </p:nvSpPr>
        <p:spPr bwMode="auto">
          <a:xfrm flipH="0" flipV="0">
            <a:off x="6143896" y="3584448"/>
            <a:ext cx="1327816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  <a:defRPr/>
            </a:pPr>
            <a:r>
              <a:rPr lang="en-US" sz="1800" b="1">
                <a:solidFill>
                  <a:srgbClr val="E67E22"/>
                </a:solidFill>
                <a:latin typeface="Trebuchet MS"/>
                <a:ea typeface="Trebuchet MS"/>
                <a:cs typeface="Trebuchet MS"/>
              </a:rPr>
              <a:t>Observer</a:t>
            </a:r>
            <a:endParaRPr lang="en-US" sz="1800"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Slide 11">
    <p:bg>
      <p:bgPr shadeToTitle="0">
        <a:solidFill>
          <a:srgbClr val="0D1117"/>
        </a:solidFill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344158557" name="Shape 0"/>
          <p:cNvSpPr/>
          <p:nvPr/>
        </p:nvSpPr>
        <p:spPr bwMode="auto">
          <a:xfrm>
            <a:off x="457200" y="457200"/>
            <a:ext cx="54864" cy="54864"/>
          </a:xfrm>
          <a:prstGeom prst="ellipse">
            <a:avLst/>
          </a:prstGeom>
          <a:solidFill>
            <a:srgbClr val="2D6A4F">
              <a:alpha val="50000"/>
            </a:srgbClr>
          </a:solidFill>
          <a:ln w="12700">
            <a:solidFill>
              <a:srgbClr val="2D6A4F">
                <a:alpha val="50000"/>
              </a:srgbClr>
            </a:solidFill>
            <a:prstDash val="solid"/>
          </a:ln>
        </p:spPr>
      </p:sp>
      <p:sp>
        <p:nvSpPr>
          <p:cNvPr id="782335172" name="Shape 1"/>
          <p:cNvSpPr/>
          <p:nvPr/>
        </p:nvSpPr>
        <p:spPr bwMode="auto">
          <a:xfrm>
            <a:off x="457200" y="1280160"/>
            <a:ext cx="54864" cy="54864"/>
          </a:xfrm>
          <a:prstGeom prst="ellipse">
            <a:avLst/>
          </a:prstGeom>
          <a:solidFill>
            <a:srgbClr val="2D6A4F">
              <a:alpha val="50000"/>
            </a:srgbClr>
          </a:solidFill>
          <a:ln w="12700">
            <a:solidFill>
              <a:srgbClr val="2D6A4F">
                <a:alpha val="50000"/>
              </a:srgbClr>
            </a:solidFill>
            <a:prstDash val="solid"/>
          </a:ln>
        </p:spPr>
      </p:sp>
      <p:sp>
        <p:nvSpPr>
          <p:cNvPr id="1766357162" name="Shape 2"/>
          <p:cNvSpPr/>
          <p:nvPr/>
        </p:nvSpPr>
        <p:spPr bwMode="auto">
          <a:xfrm>
            <a:off x="457200" y="2103120"/>
            <a:ext cx="54864" cy="54864"/>
          </a:xfrm>
          <a:prstGeom prst="ellipse">
            <a:avLst/>
          </a:prstGeom>
          <a:solidFill>
            <a:srgbClr val="2D6A4F">
              <a:alpha val="50000"/>
            </a:srgbClr>
          </a:solidFill>
          <a:ln w="12700">
            <a:solidFill>
              <a:srgbClr val="2D6A4F">
                <a:alpha val="50000"/>
              </a:srgbClr>
            </a:solidFill>
            <a:prstDash val="solid"/>
          </a:ln>
        </p:spPr>
      </p:sp>
      <p:sp>
        <p:nvSpPr>
          <p:cNvPr id="1541170817" name="Shape 3"/>
          <p:cNvSpPr/>
          <p:nvPr/>
        </p:nvSpPr>
        <p:spPr bwMode="auto">
          <a:xfrm>
            <a:off x="457200" y="2926080"/>
            <a:ext cx="54864" cy="54864"/>
          </a:xfrm>
          <a:prstGeom prst="ellipse">
            <a:avLst/>
          </a:prstGeom>
          <a:solidFill>
            <a:srgbClr val="2D6A4F">
              <a:alpha val="50000"/>
            </a:srgbClr>
          </a:solidFill>
          <a:ln w="12700">
            <a:solidFill>
              <a:srgbClr val="2D6A4F">
                <a:alpha val="50000"/>
              </a:srgbClr>
            </a:solidFill>
            <a:prstDash val="solid"/>
          </a:ln>
        </p:spPr>
      </p:sp>
      <p:sp>
        <p:nvSpPr>
          <p:cNvPr id="1744869136" name="Shape 4"/>
          <p:cNvSpPr/>
          <p:nvPr/>
        </p:nvSpPr>
        <p:spPr bwMode="auto">
          <a:xfrm>
            <a:off x="457200" y="3749040"/>
            <a:ext cx="54864" cy="54864"/>
          </a:xfrm>
          <a:prstGeom prst="ellipse">
            <a:avLst/>
          </a:prstGeom>
          <a:solidFill>
            <a:srgbClr val="2D6A4F">
              <a:alpha val="50000"/>
            </a:srgbClr>
          </a:solidFill>
          <a:ln w="12700">
            <a:solidFill>
              <a:srgbClr val="2D6A4F">
                <a:alpha val="50000"/>
              </a:srgbClr>
            </a:solidFill>
            <a:prstDash val="solid"/>
          </a:ln>
        </p:spPr>
      </p:sp>
      <p:sp>
        <p:nvSpPr>
          <p:cNvPr id="3963409" name="Shape 5"/>
          <p:cNvSpPr/>
          <p:nvPr/>
        </p:nvSpPr>
        <p:spPr bwMode="auto">
          <a:xfrm>
            <a:off x="1463040" y="457200"/>
            <a:ext cx="54864" cy="54864"/>
          </a:xfrm>
          <a:prstGeom prst="ellipse">
            <a:avLst/>
          </a:prstGeom>
          <a:solidFill>
            <a:srgbClr val="2D6A4F">
              <a:alpha val="50000"/>
            </a:srgbClr>
          </a:solidFill>
          <a:ln w="12700">
            <a:solidFill>
              <a:srgbClr val="2D6A4F">
                <a:alpha val="50000"/>
              </a:srgbClr>
            </a:solidFill>
            <a:prstDash val="solid"/>
          </a:ln>
        </p:spPr>
      </p:sp>
      <p:sp>
        <p:nvSpPr>
          <p:cNvPr id="1098768732" name="Shape 6"/>
          <p:cNvSpPr/>
          <p:nvPr/>
        </p:nvSpPr>
        <p:spPr bwMode="auto">
          <a:xfrm>
            <a:off x="1463040" y="1280160"/>
            <a:ext cx="54864" cy="54864"/>
          </a:xfrm>
          <a:prstGeom prst="ellipse">
            <a:avLst/>
          </a:prstGeom>
          <a:solidFill>
            <a:srgbClr val="2D6A4F">
              <a:alpha val="50000"/>
            </a:srgbClr>
          </a:solidFill>
          <a:ln w="12700">
            <a:solidFill>
              <a:srgbClr val="2D6A4F">
                <a:alpha val="50000"/>
              </a:srgbClr>
            </a:solidFill>
            <a:prstDash val="solid"/>
          </a:ln>
        </p:spPr>
      </p:sp>
      <p:sp>
        <p:nvSpPr>
          <p:cNvPr id="973803545" name="Shape 7"/>
          <p:cNvSpPr/>
          <p:nvPr/>
        </p:nvSpPr>
        <p:spPr bwMode="auto">
          <a:xfrm>
            <a:off x="1463040" y="2103120"/>
            <a:ext cx="54864" cy="54864"/>
          </a:xfrm>
          <a:prstGeom prst="ellipse">
            <a:avLst/>
          </a:prstGeom>
          <a:solidFill>
            <a:srgbClr val="2D6A4F">
              <a:alpha val="50000"/>
            </a:srgbClr>
          </a:solidFill>
          <a:ln w="12700">
            <a:solidFill>
              <a:srgbClr val="2D6A4F">
                <a:alpha val="50000"/>
              </a:srgbClr>
            </a:solidFill>
            <a:prstDash val="solid"/>
          </a:ln>
        </p:spPr>
      </p:sp>
      <p:sp>
        <p:nvSpPr>
          <p:cNvPr id="542109718" name="Shape 8"/>
          <p:cNvSpPr/>
          <p:nvPr/>
        </p:nvSpPr>
        <p:spPr bwMode="auto">
          <a:xfrm>
            <a:off x="1463040" y="2926080"/>
            <a:ext cx="54864" cy="54864"/>
          </a:xfrm>
          <a:prstGeom prst="ellipse">
            <a:avLst/>
          </a:prstGeom>
          <a:solidFill>
            <a:srgbClr val="2D6A4F">
              <a:alpha val="50000"/>
            </a:srgbClr>
          </a:solidFill>
          <a:ln w="12700">
            <a:solidFill>
              <a:srgbClr val="2D6A4F">
                <a:alpha val="50000"/>
              </a:srgbClr>
            </a:solidFill>
            <a:prstDash val="solid"/>
          </a:ln>
        </p:spPr>
      </p:sp>
      <p:sp>
        <p:nvSpPr>
          <p:cNvPr id="989115022" name="Shape 9"/>
          <p:cNvSpPr/>
          <p:nvPr/>
        </p:nvSpPr>
        <p:spPr bwMode="auto">
          <a:xfrm>
            <a:off x="1463040" y="3749040"/>
            <a:ext cx="54864" cy="54864"/>
          </a:xfrm>
          <a:prstGeom prst="ellipse">
            <a:avLst/>
          </a:prstGeom>
          <a:solidFill>
            <a:srgbClr val="2D6A4F">
              <a:alpha val="50000"/>
            </a:srgbClr>
          </a:solidFill>
          <a:ln w="12700">
            <a:solidFill>
              <a:srgbClr val="2D6A4F">
                <a:alpha val="50000"/>
              </a:srgbClr>
            </a:solidFill>
            <a:prstDash val="solid"/>
          </a:ln>
        </p:spPr>
      </p:sp>
      <p:sp>
        <p:nvSpPr>
          <p:cNvPr id="133166985" name="Shape 10"/>
          <p:cNvSpPr/>
          <p:nvPr/>
        </p:nvSpPr>
        <p:spPr bwMode="auto">
          <a:xfrm>
            <a:off x="2468880" y="457200"/>
            <a:ext cx="54864" cy="54864"/>
          </a:xfrm>
          <a:prstGeom prst="ellipse">
            <a:avLst/>
          </a:prstGeom>
          <a:solidFill>
            <a:srgbClr val="2D6A4F">
              <a:alpha val="50000"/>
            </a:srgbClr>
          </a:solidFill>
          <a:ln w="12700">
            <a:solidFill>
              <a:srgbClr val="2D6A4F">
                <a:alpha val="50000"/>
              </a:srgbClr>
            </a:solidFill>
            <a:prstDash val="solid"/>
          </a:ln>
        </p:spPr>
      </p:sp>
      <p:sp>
        <p:nvSpPr>
          <p:cNvPr id="1245546650" name="Shape 11"/>
          <p:cNvSpPr/>
          <p:nvPr/>
        </p:nvSpPr>
        <p:spPr bwMode="auto">
          <a:xfrm>
            <a:off x="2468880" y="1280160"/>
            <a:ext cx="54864" cy="54864"/>
          </a:xfrm>
          <a:prstGeom prst="ellipse">
            <a:avLst/>
          </a:prstGeom>
          <a:solidFill>
            <a:srgbClr val="2D6A4F">
              <a:alpha val="50000"/>
            </a:srgbClr>
          </a:solidFill>
          <a:ln w="12700">
            <a:solidFill>
              <a:srgbClr val="2D6A4F">
                <a:alpha val="50000"/>
              </a:srgbClr>
            </a:solidFill>
            <a:prstDash val="solid"/>
          </a:ln>
        </p:spPr>
      </p:sp>
      <p:sp>
        <p:nvSpPr>
          <p:cNvPr id="619230524" name="Shape 12"/>
          <p:cNvSpPr/>
          <p:nvPr/>
        </p:nvSpPr>
        <p:spPr bwMode="auto">
          <a:xfrm>
            <a:off x="2468880" y="2103120"/>
            <a:ext cx="54864" cy="54864"/>
          </a:xfrm>
          <a:prstGeom prst="ellipse">
            <a:avLst/>
          </a:prstGeom>
          <a:solidFill>
            <a:srgbClr val="2D6A4F">
              <a:alpha val="50000"/>
            </a:srgbClr>
          </a:solidFill>
          <a:ln w="12700">
            <a:solidFill>
              <a:srgbClr val="2D6A4F">
                <a:alpha val="50000"/>
              </a:srgbClr>
            </a:solidFill>
            <a:prstDash val="solid"/>
          </a:ln>
        </p:spPr>
      </p:sp>
      <p:sp>
        <p:nvSpPr>
          <p:cNvPr id="692345223" name="Shape 13"/>
          <p:cNvSpPr/>
          <p:nvPr/>
        </p:nvSpPr>
        <p:spPr bwMode="auto">
          <a:xfrm>
            <a:off x="2468880" y="2926080"/>
            <a:ext cx="54864" cy="54864"/>
          </a:xfrm>
          <a:prstGeom prst="ellipse">
            <a:avLst/>
          </a:prstGeom>
          <a:solidFill>
            <a:srgbClr val="2D6A4F">
              <a:alpha val="50000"/>
            </a:srgbClr>
          </a:solidFill>
          <a:ln w="12700">
            <a:solidFill>
              <a:srgbClr val="2D6A4F">
                <a:alpha val="50000"/>
              </a:srgbClr>
            </a:solidFill>
            <a:prstDash val="solid"/>
          </a:ln>
        </p:spPr>
      </p:sp>
      <p:sp>
        <p:nvSpPr>
          <p:cNvPr id="1440913392" name="Shape 14"/>
          <p:cNvSpPr/>
          <p:nvPr/>
        </p:nvSpPr>
        <p:spPr bwMode="auto">
          <a:xfrm>
            <a:off x="2468880" y="3749040"/>
            <a:ext cx="54864" cy="54864"/>
          </a:xfrm>
          <a:prstGeom prst="ellipse">
            <a:avLst/>
          </a:prstGeom>
          <a:solidFill>
            <a:srgbClr val="2D6A4F">
              <a:alpha val="50000"/>
            </a:srgbClr>
          </a:solidFill>
          <a:ln w="12700">
            <a:solidFill>
              <a:srgbClr val="2D6A4F">
                <a:alpha val="50000"/>
              </a:srgbClr>
            </a:solidFill>
            <a:prstDash val="solid"/>
          </a:ln>
        </p:spPr>
      </p:sp>
      <p:sp>
        <p:nvSpPr>
          <p:cNvPr id="1523990164" name="Shape 15"/>
          <p:cNvSpPr/>
          <p:nvPr/>
        </p:nvSpPr>
        <p:spPr bwMode="auto">
          <a:xfrm>
            <a:off x="3474720" y="457200"/>
            <a:ext cx="54864" cy="54864"/>
          </a:xfrm>
          <a:prstGeom prst="ellipse">
            <a:avLst/>
          </a:prstGeom>
          <a:solidFill>
            <a:srgbClr val="2D6A4F">
              <a:alpha val="50000"/>
            </a:srgbClr>
          </a:solidFill>
          <a:ln w="12700">
            <a:solidFill>
              <a:srgbClr val="2D6A4F">
                <a:alpha val="50000"/>
              </a:srgbClr>
            </a:solidFill>
            <a:prstDash val="solid"/>
          </a:ln>
        </p:spPr>
      </p:sp>
      <p:sp>
        <p:nvSpPr>
          <p:cNvPr id="1405085618" name="Shape 16"/>
          <p:cNvSpPr/>
          <p:nvPr/>
        </p:nvSpPr>
        <p:spPr bwMode="auto">
          <a:xfrm>
            <a:off x="3474720" y="1280160"/>
            <a:ext cx="54864" cy="54864"/>
          </a:xfrm>
          <a:prstGeom prst="ellipse">
            <a:avLst/>
          </a:prstGeom>
          <a:solidFill>
            <a:srgbClr val="2D6A4F">
              <a:alpha val="50000"/>
            </a:srgbClr>
          </a:solidFill>
          <a:ln w="12700">
            <a:solidFill>
              <a:srgbClr val="2D6A4F">
                <a:alpha val="50000"/>
              </a:srgbClr>
            </a:solidFill>
            <a:prstDash val="solid"/>
          </a:ln>
        </p:spPr>
      </p:sp>
      <p:sp>
        <p:nvSpPr>
          <p:cNvPr id="1350009190" name="Shape 17"/>
          <p:cNvSpPr/>
          <p:nvPr/>
        </p:nvSpPr>
        <p:spPr bwMode="auto">
          <a:xfrm>
            <a:off x="3474720" y="2103120"/>
            <a:ext cx="54864" cy="54864"/>
          </a:xfrm>
          <a:prstGeom prst="ellipse">
            <a:avLst/>
          </a:prstGeom>
          <a:solidFill>
            <a:srgbClr val="2D6A4F">
              <a:alpha val="50000"/>
            </a:srgbClr>
          </a:solidFill>
          <a:ln w="12700">
            <a:solidFill>
              <a:srgbClr val="2D6A4F">
                <a:alpha val="50000"/>
              </a:srgbClr>
            </a:solidFill>
            <a:prstDash val="solid"/>
          </a:ln>
        </p:spPr>
      </p:sp>
      <p:sp>
        <p:nvSpPr>
          <p:cNvPr id="1980624821" name="Shape 18"/>
          <p:cNvSpPr/>
          <p:nvPr/>
        </p:nvSpPr>
        <p:spPr bwMode="auto">
          <a:xfrm>
            <a:off x="3474720" y="2926080"/>
            <a:ext cx="54864" cy="54864"/>
          </a:xfrm>
          <a:prstGeom prst="ellipse">
            <a:avLst/>
          </a:prstGeom>
          <a:solidFill>
            <a:srgbClr val="2D6A4F">
              <a:alpha val="50000"/>
            </a:srgbClr>
          </a:solidFill>
          <a:ln w="12700">
            <a:solidFill>
              <a:srgbClr val="2D6A4F">
                <a:alpha val="50000"/>
              </a:srgbClr>
            </a:solidFill>
            <a:prstDash val="solid"/>
          </a:ln>
        </p:spPr>
      </p:sp>
      <p:sp>
        <p:nvSpPr>
          <p:cNvPr id="412301393" name="Shape 19"/>
          <p:cNvSpPr/>
          <p:nvPr/>
        </p:nvSpPr>
        <p:spPr bwMode="auto">
          <a:xfrm>
            <a:off x="3474720" y="3749040"/>
            <a:ext cx="54864" cy="54864"/>
          </a:xfrm>
          <a:prstGeom prst="ellipse">
            <a:avLst/>
          </a:prstGeom>
          <a:solidFill>
            <a:srgbClr val="2D6A4F">
              <a:alpha val="50000"/>
            </a:srgbClr>
          </a:solidFill>
          <a:ln w="12700">
            <a:solidFill>
              <a:srgbClr val="2D6A4F">
                <a:alpha val="50000"/>
              </a:srgbClr>
            </a:solidFill>
            <a:prstDash val="solid"/>
          </a:ln>
        </p:spPr>
      </p:sp>
      <p:sp>
        <p:nvSpPr>
          <p:cNvPr id="2011801215" name="Shape 20"/>
          <p:cNvSpPr/>
          <p:nvPr/>
        </p:nvSpPr>
        <p:spPr bwMode="auto">
          <a:xfrm>
            <a:off x="4480560" y="457200"/>
            <a:ext cx="54864" cy="54864"/>
          </a:xfrm>
          <a:prstGeom prst="ellipse">
            <a:avLst/>
          </a:prstGeom>
          <a:solidFill>
            <a:srgbClr val="2D6A4F">
              <a:alpha val="50000"/>
            </a:srgbClr>
          </a:solidFill>
          <a:ln w="12700">
            <a:solidFill>
              <a:srgbClr val="2D6A4F">
                <a:alpha val="50000"/>
              </a:srgbClr>
            </a:solidFill>
            <a:prstDash val="solid"/>
          </a:ln>
        </p:spPr>
      </p:sp>
      <p:sp>
        <p:nvSpPr>
          <p:cNvPr id="536543713" name="Shape 21"/>
          <p:cNvSpPr/>
          <p:nvPr/>
        </p:nvSpPr>
        <p:spPr bwMode="auto">
          <a:xfrm>
            <a:off x="4480560" y="1280160"/>
            <a:ext cx="54864" cy="54864"/>
          </a:xfrm>
          <a:prstGeom prst="ellipse">
            <a:avLst/>
          </a:prstGeom>
          <a:solidFill>
            <a:srgbClr val="2D6A4F">
              <a:alpha val="50000"/>
            </a:srgbClr>
          </a:solidFill>
          <a:ln w="12700">
            <a:solidFill>
              <a:srgbClr val="2D6A4F">
                <a:alpha val="50000"/>
              </a:srgbClr>
            </a:solidFill>
            <a:prstDash val="solid"/>
          </a:ln>
        </p:spPr>
      </p:sp>
      <p:sp>
        <p:nvSpPr>
          <p:cNvPr id="1484231618" name="Shape 22"/>
          <p:cNvSpPr/>
          <p:nvPr/>
        </p:nvSpPr>
        <p:spPr bwMode="auto">
          <a:xfrm>
            <a:off x="4480560" y="2103120"/>
            <a:ext cx="54864" cy="54864"/>
          </a:xfrm>
          <a:prstGeom prst="ellipse">
            <a:avLst/>
          </a:prstGeom>
          <a:solidFill>
            <a:srgbClr val="2D6A4F">
              <a:alpha val="50000"/>
            </a:srgbClr>
          </a:solidFill>
          <a:ln w="12700">
            <a:solidFill>
              <a:srgbClr val="2D6A4F">
                <a:alpha val="50000"/>
              </a:srgbClr>
            </a:solidFill>
            <a:prstDash val="solid"/>
          </a:ln>
        </p:spPr>
      </p:sp>
      <p:sp>
        <p:nvSpPr>
          <p:cNvPr id="1500804012" name="Shape 23"/>
          <p:cNvSpPr/>
          <p:nvPr/>
        </p:nvSpPr>
        <p:spPr bwMode="auto">
          <a:xfrm>
            <a:off x="4480560" y="2926080"/>
            <a:ext cx="54864" cy="54864"/>
          </a:xfrm>
          <a:prstGeom prst="ellipse">
            <a:avLst/>
          </a:prstGeom>
          <a:solidFill>
            <a:srgbClr val="2D6A4F">
              <a:alpha val="50000"/>
            </a:srgbClr>
          </a:solidFill>
          <a:ln w="12700">
            <a:solidFill>
              <a:srgbClr val="2D6A4F">
                <a:alpha val="50000"/>
              </a:srgbClr>
            </a:solidFill>
            <a:prstDash val="solid"/>
          </a:ln>
        </p:spPr>
      </p:sp>
      <p:sp>
        <p:nvSpPr>
          <p:cNvPr id="1533773078" name="Shape 24"/>
          <p:cNvSpPr/>
          <p:nvPr/>
        </p:nvSpPr>
        <p:spPr bwMode="auto">
          <a:xfrm>
            <a:off x="4480560" y="3749040"/>
            <a:ext cx="54864" cy="54864"/>
          </a:xfrm>
          <a:prstGeom prst="ellipse">
            <a:avLst/>
          </a:prstGeom>
          <a:solidFill>
            <a:srgbClr val="2D6A4F">
              <a:alpha val="50000"/>
            </a:srgbClr>
          </a:solidFill>
          <a:ln w="12700">
            <a:solidFill>
              <a:srgbClr val="2D6A4F">
                <a:alpha val="50000"/>
              </a:srgbClr>
            </a:solidFill>
            <a:prstDash val="solid"/>
          </a:ln>
        </p:spPr>
      </p:sp>
      <p:sp>
        <p:nvSpPr>
          <p:cNvPr id="1149512110" name="Shape 25"/>
          <p:cNvSpPr/>
          <p:nvPr/>
        </p:nvSpPr>
        <p:spPr bwMode="auto">
          <a:xfrm>
            <a:off x="5486400" y="457200"/>
            <a:ext cx="54864" cy="54864"/>
          </a:xfrm>
          <a:prstGeom prst="ellipse">
            <a:avLst/>
          </a:prstGeom>
          <a:solidFill>
            <a:srgbClr val="2D6A4F">
              <a:alpha val="50000"/>
            </a:srgbClr>
          </a:solidFill>
          <a:ln w="12700">
            <a:solidFill>
              <a:srgbClr val="2D6A4F">
                <a:alpha val="50000"/>
              </a:srgbClr>
            </a:solidFill>
            <a:prstDash val="solid"/>
          </a:ln>
        </p:spPr>
      </p:sp>
      <p:sp>
        <p:nvSpPr>
          <p:cNvPr id="24524942" name="Shape 26"/>
          <p:cNvSpPr/>
          <p:nvPr/>
        </p:nvSpPr>
        <p:spPr bwMode="auto">
          <a:xfrm>
            <a:off x="5486400" y="1280160"/>
            <a:ext cx="54864" cy="54864"/>
          </a:xfrm>
          <a:prstGeom prst="ellipse">
            <a:avLst/>
          </a:prstGeom>
          <a:solidFill>
            <a:srgbClr val="2D6A4F">
              <a:alpha val="50000"/>
            </a:srgbClr>
          </a:solidFill>
          <a:ln w="12700">
            <a:solidFill>
              <a:srgbClr val="2D6A4F">
                <a:alpha val="50000"/>
              </a:srgbClr>
            </a:solidFill>
            <a:prstDash val="solid"/>
          </a:ln>
        </p:spPr>
      </p:sp>
      <p:sp>
        <p:nvSpPr>
          <p:cNvPr id="1397556234" name="Shape 27"/>
          <p:cNvSpPr/>
          <p:nvPr/>
        </p:nvSpPr>
        <p:spPr bwMode="auto">
          <a:xfrm>
            <a:off x="5486400" y="2103120"/>
            <a:ext cx="54864" cy="54864"/>
          </a:xfrm>
          <a:prstGeom prst="ellipse">
            <a:avLst/>
          </a:prstGeom>
          <a:solidFill>
            <a:srgbClr val="2D6A4F">
              <a:alpha val="50000"/>
            </a:srgbClr>
          </a:solidFill>
          <a:ln w="12700">
            <a:solidFill>
              <a:srgbClr val="2D6A4F">
                <a:alpha val="50000"/>
              </a:srgbClr>
            </a:solidFill>
            <a:prstDash val="solid"/>
          </a:ln>
        </p:spPr>
      </p:sp>
      <p:sp>
        <p:nvSpPr>
          <p:cNvPr id="457992429" name="Shape 28"/>
          <p:cNvSpPr/>
          <p:nvPr/>
        </p:nvSpPr>
        <p:spPr bwMode="auto">
          <a:xfrm>
            <a:off x="5486400" y="2926080"/>
            <a:ext cx="54864" cy="54864"/>
          </a:xfrm>
          <a:prstGeom prst="ellipse">
            <a:avLst/>
          </a:prstGeom>
          <a:solidFill>
            <a:srgbClr val="2D6A4F">
              <a:alpha val="50000"/>
            </a:srgbClr>
          </a:solidFill>
          <a:ln w="12700">
            <a:solidFill>
              <a:srgbClr val="2D6A4F">
                <a:alpha val="50000"/>
              </a:srgbClr>
            </a:solidFill>
            <a:prstDash val="solid"/>
          </a:ln>
        </p:spPr>
      </p:sp>
      <p:sp>
        <p:nvSpPr>
          <p:cNvPr id="1035208585" name="Shape 29"/>
          <p:cNvSpPr/>
          <p:nvPr/>
        </p:nvSpPr>
        <p:spPr bwMode="auto">
          <a:xfrm>
            <a:off x="5486400" y="3749040"/>
            <a:ext cx="54864" cy="54864"/>
          </a:xfrm>
          <a:prstGeom prst="ellipse">
            <a:avLst/>
          </a:prstGeom>
          <a:solidFill>
            <a:srgbClr val="2D6A4F">
              <a:alpha val="50000"/>
            </a:srgbClr>
          </a:solidFill>
          <a:ln w="12700">
            <a:solidFill>
              <a:srgbClr val="2D6A4F">
                <a:alpha val="50000"/>
              </a:srgbClr>
            </a:solidFill>
            <a:prstDash val="solid"/>
          </a:ln>
        </p:spPr>
      </p:sp>
      <p:sp>
        <p:nvSpPr>
          <p:cNvPr id="1780566783" name="Shape 30"/>
          <p:cNvSpPr/>
          <p:nvPr/>
        </p:nvSpPr>
        <p:spPr bwMode="auto">
          <a:xfrm>
            <a:off x="6492240" y="457200"/>
            <a:ext cx="54864" cy="54864"/>
          </a:xfrm>
          <a:prstGeom prst="ellipse">
            <a:avLst/>
          </a:prstGeom>
          <a:solidFill>
            <a:srgbClr val="2D6A4F">
              <a:alpha val="50000"/>
            </a:srgbClr>
          </a:solidFill>
          <a:ln w="12700">
            <a:solidFill>
              <a:srgbClr val="2D6A4F">
                <a:alpha val="50000"/>
              </a:srgbClr>
            </a:solidFill>
            <a:prstDash val="solid"/>
          </a:ln>
        </p:spPr>
      </p:sp>
      <p:sp>
        <p:nvSpPr>
          <p:cNvPr id="720841334" name="Shape 31"/>
          <p:cNvSpPr/>
          <p:nvPr/>
        </p:nvSpPr>
        <p:spPr bwMode="auto">
          <a:xfrm>
            <a:off x="6492240" y="1280160"/>
            <a:ext cx="54864" cy="54864"/>
          </a:xfrm>
          <a:prstGeom prst="ellipse">
            <a:avLst/>
          </a:prstGeom>
          <a:solidFill>
            <a:srgbClr val="2D6A4F">
              <a:alpha val="50000"/>
            </a:srgbClr>
          </a:solidFill>
          <a:ln w="12700">
            <a:solidFill>
              <a:srgbClr val="2D6A4F">
                <a:alpha val="50000"/>
              </a:srgbClr>
            </a:solidFill>
            <a:prstDash val="solid"/>
          </a:ln>
        </p:spPr>
      </p:sp>
      <p:sp>
        <p:nvSpPr>
          <p:cNvPr id="2037149637" name="Shape 32"/>
          <p:cNvSpPr/>
          <p:nvPr/>
        </p:nvSpPr>
        <p:spPr bwMode="auto">
          <a:xfrm>
            <a:off x="6492240" y="2103120"/>
            <a:ext cx="54864" cy="54864"/>
          </a:xfrm>
          <a:prstGeom prst="ellipse">
            <a:avLst/>
          </a:prstGeom>
          <a:solidFill>
            <a:srgbClr val="2D6A4F">
              <a:alpha val="50000"/>
            </a:srgbClr>
          </a:solidFill>
          <a:ln w="12700">
            <a:solidFill>
              <a:srgbClr val="2D6A4F">
                <a:alpha val="50000"/>
              </a:srgbClr>
            </a:solidFill>
            <a:prstDash val="solid"/>
          </a:ln>
        </p:spPr>
      </p:sp>
      <p:sp>
        <p:nvSpPr>
          <p:cNvPr id="2144397831" name="Shape 33"/>
          <p:cNvSpPr/>
          <p:nvPr/>
        </p:nvSpPr>
        <p:spPr bwMode="auto">
          <a:xfrm>
            <a:off x="6492240" y="2926080"/>
            <a:ext cx="54864" cy="54864"/>
          </a:xfrm>
          <a:prstGeom prst="ellipse">
            <a:avLst/>
          </a:prstGeom>
          <a:solidFill>
            <a:srgbClr val="2D6A4F">
              <a:alpha val="50000"/>
            </a:srgbClr>
          </a:solidFill>
          <a:ln w="12700">
            <a:solidFill>
              <a:srgbClr val="2D6A4F">
                <a:alpha val="50000"/>
              </a:srgbClr>
            </a:solidFill>
            <a:prstDash val="solid"/>
          </a:ln>
        </p:spPr>
      </p:sp>
      <p:sp>
        <p:nvSpPr>
          <p:cNvPr id="830563385" name="Shape 34"/>
          <p:cNvSpPr/>
          <p:nvPr/>
        </p:nvSpPr>
        <p:spPr bwMode="auto">
          <a:xfrm>
            <a:off x="6492240" y="3749040"/>
            <a:ext cx="54864" cy="54864"/>
          </a:xfrm>
          <a:prstGeom prst="ellipse">
            <a:avLst/>
          </a:prstGeom>
          <a:solidFill>
            <a:srgbClr val="2D6A4F">
              <a:alpha val="50000"/>
            </a:srgbClr>
          </a:solidFill>
          <a:ln w="12700">
            <a:solidFill>
              <a:srgbClr val="2D6A4F">
                <a:alpha val="50000"/>
              </a:srgbClr>
            </a:solidFill>
            <a:prstDash val="solid"/>
          </a:ln>
        </p:spPr>
      </p:sp>
      <p:sp>
        <p:nvSpPr>
          <p:cNvPr id="901824052" name="Shape 35"/>
          <p:cNvSpPr/>
          <p:nvPr/>
        </p:nvSpPr>
        <p:spPr bwMode="auto">
          <a:xfrm>
            <a:off x="7498080" y="457200"/>
            <a:ext cx="54864" cy="54864"/>
          </a:xfrm>
          <a:prstGeom prst="ellipse">
            <a:avLst/>
          </a:prstGeom>
          <a:solidFill>
            <a:srgbClr val="2D6A4F">
              <a:alpha val="50000"/>
            </a:srgbClr>
          </a:solidFill>
          <a:ln w="12700">
            <a:solidFill>
              <a:srgbClr val="2D6A4F">
                <a:alpha val="50000"/>
              </a:srgbClr>
            </a:solidFill>
            <a:prstDash val="solid"/>
          </a:ln>
        </p:spPr>
      </p:sp>
      <p:sp>
        <p:nvSpPr>
          <p:cNvPr id="1581268908" name="Shape 36"/>
          <p:cNvSpPr/>
          <p:nvPr/>
        </p:nvSpPr>
        <p:spPr bwMode="auto">
          <a:xfrm>
            <a:off x="7498080" y="1280160"/>
            <a:ext cx="54864" cy="54864"/>
          </a:xfrm>
          <a:prstGeom prst="ellipse">
            <a:avLst/>
          </a:prstGeom>
          <a:solidFill>
            <a:srgbClr val="2D6A4F">
              <a:alpha val="50000"/>
            </a:srgbClr>
          </a:solidFill>
          <a:ln w="12700">
            <a:solidFill>
              <a:srgbClr val="2D6A4F">
                <a:alpha val="50000"/>
              </a:srgbClr>
            </a:solidFill>
            <a:prstDash val="solid"/>
          </a:ln>
        </p:spPr>
      </p:sp>
      <p:sp>
        <p:nvSpPr>
          <p:cNvPr id="81625120" name="Shape 37"/>
          <p:cNvSpPr/>
          <p:nvPr/>
        </p:nvSpPr>
        <p:spPr bwMode="auto">
          <a:xfrm>
            <a:off x="7498080" y="2103120"/>
            <a:ext cx="54864" cy="54864"/>
          </a:xfrm>
          <a:prstGeom prst="ellipse">
            <a:avLst/>
          </a:prstGeom>
          <a:solidFill>
            <a:srgbClr val="2D6A4F">
              <a:alpha val="50000"/>
            </a:srgbClr>
          </a:solidFill>
          <a:ln w="12700">
            <a:solidFill>
              <a:srgbClr val="2D6A4F">
                <a:alpha val="50000"/>
              </a:srgbClr>
            </a:solidFill>
            <a:prstDash val="solid"/>
          </a:ln>
        </p:spPr>
      </p:sp>
      <p:sp>
        <p:nvSpPr>
          <p:cNvPr id="1466899236" name="Shape 38"/>
          <p:cNvSpPr/>
          <p:nvPr/>
        </p:nvSpPr>
        <p:spPr bwMode="auto">
          <a:xfrm>
            <a:off x="7498080" y="2926080"/>
            <a:ext cx="54864" cy="54864"/>
          </a:xfrm>
          <a:prstGeom prst="ellipse">
            <a:avLst/>
          </a:prstGeom>
          <a:solidFill>
            <a:srgbClr val="2D6A4F">
              <a:alpha val="50000"/>
            </a:srgbClr>
          </a:solidFill>
          <a:ln w="12700">
            <a:solidFill>
              <a:srgbClr val="2D6A4F">
                <a:alpha val="50000"/>
              </a:srgbClr>
            </a:solidFill>
            <a:prstDash val="solid"/>
          </a:ln>
        </p:spPr>
      </p:sp>
      <p:sp>
        <p:nvSpPr>
          <p:cNvPr id="646052817" name="Shape 39"/>
          <p:cNvSpPr/>
          <p:nvPr/>
        </p:nvSpPr>
        <p:spPr bwMode="auto">
          <a:xfrm>
            <a:off x="7498080" y="3749040"/>
            <a:ext cx="54864" cy="54864"/>
          </a:xfrm>
          <a:prstGeom prst="ellipse">
            <a:avLst/>
          </a:prstGeom>
          <a:solidFill>
            <a:srgbClr val="2D6A4F">
              <a:alpha val="50000"/>
            </a:srgbClr>
          </a:solidFill>
          <a:ln w="12700">
            <a:solidFill>
              <a:srgbClr val="2D6A4F">
                <a:alpha val="50000"/>
              </a:srgbClr>
            </a:solidFill>
            <a:prstDash val="solid"/>
          </a:ln>
        </p:spPr>
      </p:sp>
      <p:sp>
        <p:nvSpPr>
          <p:cNvPr id="53875016" name="Shape 40"/>
          <p:cNvSpPr/>
          <p:nvPr/>
        </p:nvSpPr>
        <p:spPr bwMode="auto">
          <a:xfrm>
            <a:off x="3200400" y="0"/>
            <a:ext cx="2743200" cy="73152"/>
          </a:xfrm>
          <a:prstGeom prst="rect">
            <a:avLst/>
          </a:prstGeom>
          <a:solidFill>
            <a:srgbClr val="52B788"/>
          </a:solidFill>
          <a:ln w="12700">
            <a:solidFill>
              <a:srgbClr val="52B788"/>
            </a:solidFill>
            <a:prstDash val="solid"/>
          </a:ln>
        </p:spPr>
      </p:sp>
      <p:pic>
        <p:nvPicPr>
          <p:cNvPr id="1589423611" name="Image 0" descr="preencoded.png"/>
          <p:cNvPicPr>
            <a:picLocks noChangeAspect="1"/>
          </p:cNvPicPr>
          <p:nvPr/>
        </p:nvPicPr>
        <p:blipFill rotWithShape="1">
          <a:blip r:embed="rId3"/>
          <a:stretch/>
        </p:blipFill>
        <p:spPr bwMode="auto">
          <a:xfrm>
            <a:off x="3931920" y="731520"/>
            <a:ext cx="1280160" cy="1280160"/>
          </a:xfrm>
          <a:prstGeom prst="rect">
            <a:avLst/>
          </a:prstGeom>
        </p:spPr>
      </p:pic>
      <p:sp>
        <p:nvSpPr>
          <p:cNvPr id="57942755" name="Text 41"/>
          <p:cNvSpPr/>
          <p:nvPr/>
        </p:nvSpPr>
        <p:spPr bwMode="auto">
          <a:xfrm>
            <a:off x="914400" y="2103120"/>
            <a:ext cx="73152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  <a:defRPr/>
            </a:pPr>
            <a:r>
              <a:rPr lang="en-US" sz="6400" b="1">
                <a:solidFill>
                  <a:srgbClr val="FFFFFF"/>
                </a:solidFill>
                <a:latin typeface="Trebuchet MS"/>
                <a:ea typeface="Trebuchet MS"/>
                <a:cs typeface="Trebuchet MS"/>
              </a:rPr>
              <a:t>Grazie!</a:t>
            </a:r>
            <a:endParaRPr lang="en-US" sz="6400"/>
          </a:p>
        </p:txBody>
      </p:sp>
      <p:sp>
        <p:nvSpPr>
          <p:cNvPr id="206887899" name="Text 42"/>
          <p:cNvSpPr/>
          <p:nvPr/>
        </p:nvSpPr>
        <p:spPr bwMode="auto">
          <a:xfrm>
            <a:off x="914400" y="3200400"/>
            <a:ext cx="73152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  <a:defRPr/>
            </a:pPr>
            <a:r>
              <a:rPr lang="en-US" sz="1600">
                <a:solidFill>
                  <a:srgbClr val="52B788"/>
                </a:solidFill>
                <a:latin typeface="Calibri"/>
                <a:ea typeface="Calibri"/>
                <a:cs typeface="Calibri"/>
              </a:rPr>
              <a:t>Music Playlist Manager — Gruppo 12</a:t>
            </a:r>
            <a:endParaRPr lang="en-US" sz="1600"/>
          </a:p>
        </p:txBody>
      </p:sp>
      <p:sp>
        <p:nvSpPr>
          <p:cNvPr id="59377038" name="Shape 43"/>
          <p:cNvSpPr/>
          <p:nvPr/>
        </p:nvSpPr>
        <p:spPr bwMode="auto">
          <a:xfrm>
            <a:off x="3200400" y="3749040"/>
            <a:ext cx="2743200" cy="36576"/>
          </a:xfrm>
          <a:prstGeom prst="rect">
            <a:avLst/>
          </a:prstGeom>
          <a:solidFill>
            <a:srgbClr val="52B788"/>
          </a:solidFill>
          <a:ln w="12700">
            <a:solidFill>
              <a:srgbClr val="52B788"/>
            </a:solidFill>
            <a:prstDash val="solid"/>
          </a:ln>
        </p:spPr>
      </p:sp>
      <p:sp>
        <p:nvSpPr>
          <p:cNvPr id="839096460" name="Text 44"/>
          <p:cNvSpPr/>
          <p:nvPr/>
        </p:nvSpPr>
        <p:spPr bwMode="auto">
          <a:xfrm>
            <a:off x="914400" y="3886200"/>
            <a:ext cx="36576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  <a:defRPr/>
            </a:pPr>
            <a:r>
              <a:rPr lang="en-US" sz="1100">
                <a:solidFill>
                  <a:srgbClr val="8B949E"/>
                </a:solidFill>
                <a:latin typeface="Calibri"/>
                <a:ea typeface="Calibri"/>
                <a:cs typeface="Calibri"/>
              </a:rPr>
              <a:t>Simone Luongo</a:t>
            </a:r>
            <a:endParaRPr lang="en-US" sz="1100"/>
          </a:p>
        </p:txBody>
      </p:sp>
      <p:sp>
        <p:nvSpPr>
          <p:cNvPr id="659950251" name="Text 45"/>
          <p:cNvSpPr/>
          <p:nvPr/>
        </p:nvSpPr>
        <p:spPr bwMode="auto">
          <a:xfrm>
            <a:off x="5029200" y="3886200"/>
            <a:ext cx="36576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  <a:defRPr/>
            </a:pPr>
            <a:r>
              <a:rPr lang="en-US" sz="1100">
                <a:solidFill>
                  <a:srgbClr val="8B949E"/>
                </a:solidFill>
                <a:latin typeface="Calibri"/>
                <a:ea typeface="Calibri"/>
                <a:cs typeface="Calibri"/>
              </a:rPr>
              <a:t>Rosa Passaro</a:t>
            </a:r>
            <a:endParaRPr lang="en-US" sz="1100"/>
          </a:p>
        </p:txBody>
      </p:sp>
      <p:sp>
        <p:nvSpPr>
          <p:cNvPr id="1821794388" name="Text 46"/>
          <p:cNvSpPr/>
          <p:nvPr/>
        </p:nvSpPr>
        <p:spPr bwMode="auto">
          <a:xfrm>
            <a:off x="914400" y="4206240"/>
            <a:ext cx="36576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  <a:defRPr/>
            </a:pPr>
            <a:r>
              <a:rPr lang="en-US" sz="1100">
                <a:solidFill>
                  <a:srgbClr val="8B949E"/>
                </a:solidFill>
                <a:latin typeface="Calibri"/>
                <a:ea typeface="Calibri"/>
                <a:cs typeface="Calibri"/>
              </a:rPr>
              <a:t>Omar Silano</a:t>
            </a:r>
            <a:endParaRPr lang="en-US" sz="1100"/>
          </a:p>
        </p:txBody>
      </p:sp>
      <p:sp>
        <p:nvSpPr>
          <p:cNvPr id="592888381" name="Text 47"/>
          <p:cNvSpPr/>
          <p:nvPr/>
        </p:nvSpPr>
        <p:spPr bwMode="auto">
          <a:xfrm>
            <a:off x="5029200" y="4206240"/>
            <a:ext cx="36576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  <a:defRPr/>
            </a:pPr>
            <a:r>
              <a:rPr lang="en-US" sz="1100">
                <a:solidFill>
                  <a:srgbClr val="8B949E"/>
                </a:solidFill>
                <a:latin typeface="Calibri"/>
                <a:ea typeface="Calibri"/>
                <a:cs typeface="Calibri"/>
              </a:rPr>
              <a:t>Giuseppe D. Robinia</a:t>
            </a:r>
            <a:endParaRPr lang="en-US" sz="1100"/>
          </a:p>
        </p:txBody>
      </p:sp>
      <p:sp>
        <p:nvSpPr>
          <p:cNvPr id="250843957" name="Text 48"/>
          <p:cNvSpPr/>
          <p:nvPr/>
        </p:nvSpPr>
        <p:spPr bwMode="auto">
          <a:xfrm>
            <a:off x="914400" y="4709160"/>
            <a:ext cx="73152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  <a:defRPr/>
            </a:pPr>
            <a:r>
              <a:rPr lang="en-US" sz="900">
                <a:solidFill>
                  <a:srgbClr val="8B949E"/>
                </a:solidFill>
                <a:latin typeface="Calibri"/>
                <a:ea typeface="Calibri"/>
                <a:cs typeface="Calibri"/>
              </a:rPr>
              <a:t>Università degli Studi di Salerno · Software Architecture &amp; Design · A.A. 2025/2026</a:t>
            </a:r>
            <a:endParaRPr lang="en-US" sz="900"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theme/_rels/theme1.xml.rels><?xml version="1.0" encoding="UTF-8" standalone="yes"?><Relationships xmlns="http://schemas.openxmlformats.org/package/2006/relationships"></Relationships>
</file>

<file path=ppt/theme/theme1.xml><?xml version="1.0" encoding="utf-8"?>
<a:theme xmlns:a="http://schemas.openxmlformats.org/drawingml/2006/main" xmlns:r="http://schemas.openxmlformats.org/officeDocument/2006/relationships" xmlns:p="http://schemas.openxmlformats.org/presentation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Arial"/>
        <a:cs typeface="Arial"/>
      </a:majorFont>
      <a:minorFont>
        <a:latin typeface="Calibri"/>
        <a:ea typeface="Arial"/>
        <a:cs typeface="Arial"/>
      </a:minorFont>
    </a:fontScheme>
    <a:fmtScheme name="Office">
      <a:fillStyleLst>
        <a:solidFill>
          <a:schemeClr val="phClr"/>
        </a:solidFill>
        <a:gradFill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ONLYOFFICE/9.3.1.8</Application>
  <PresentationFormat>On-screen Show (4:3)</PresentationFormat>
  <Paragraphs>0</Paragraphs>
  <Slides>11</Slides>
  <Notes>11</Notes>
  <HiddenSlides>0</HiddenSlides>
  <MMClips>2</MMClips>
  <ScaleCrop>0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2" baseType="lpstr">
      <vt:lpstr>Theme 1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</vt:vector>
  </TitlesOfParts>
  <Company>PptxGenJS</Company>
  <LinksUpToDate>0</LinksUpToDate>
  <SharedDoc>0</SharedDoc>
  <HyperlinksChanged>0</HyperlinksChanged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Music Playlist Manager – Pre-Game</dc:title>
  <dc:subject>PptxGenJS Presentation</dc:subject>
  <dc:creator>PptxGenJS</dc:creator>
  <cp:lastModifiedBy/>
  <cp:revision>2</cp:revision>
  <dcterms:created xsi:type="dcterms:W3CDTF">2026-05-28T18:08:16Z</dcterms:created>
  <dcterms:modified xsi:type="dcterms:W3CDTF">2026-05-29T05:57:19Z</dcterms:modified>
</cp:coreProperties>
</file>